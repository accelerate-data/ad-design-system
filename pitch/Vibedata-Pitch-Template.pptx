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fntdata" ContentType="application/x-fontdata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>
  <p:sldMasterIdLst>
    <p:sldMasterId id="2147483648" r:id="rId1"/>
  </p:sld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  <p:sldId id="265" r:id="rId110"/>
    <p:sldId id="266" r:id="rId111"/>
    <p:sldId id="267" r:id="rId112"/>
    <p:sldId id="268" r:id="rId113"/>
    <p:sldId id="269" r:id="rId114"/>
    <p:sldId id="270" r:id="rId115"/>
    <p:sldId id="271" r:id="rId116"/>
  </p:sldIdLst>
  <p:sldSz cx="12192000" cy="6858000" type="screen16x9"/>
  <p:notesSz cx="6858000" cy="9144000"/>
  <p:embeddedFontLst>
    <p:embeddedFont>
      <p:font typeface="Geist"/>
      <p:regular r:id="rId200"/>
      <p:bold r:id="rId201"/>
    </p:embeddedFont>
    <p:embeddedFont>
      <p:font typeface="Geist Mono"/>
      <p:regular r:id="rId202"/>
      <p:bold r:id="rId203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theme" Target="theme/theme1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Relationship Id="rId110" Type="http://schemas.openxmlformats.org/officeDocument/2006/relationships/slide" Target="slides/slide10.xml"/><Relationship Id="rId111" Type="http://schemas.openxmlformats.org/officeDocument/2006/relationships/slide" Target="slides/slide11.xml"/><Relationship Id="rId112" Type="http://schemas.openxmlformats.org/officeDocument/2006/relationships/slide" Target="slides/slide12.xml"/><Relationship Id="rId113" Type="http://schemas.openxmlformats.org/officeDocument/2006/relationships/slide" Target="slides/slide13.xml"/><Relationship Id="rId114" Type="http://schemas.openxmlformats.org/officeDocument/2006/relationships/slide" Target="slides/slide14.xml"/><Relationship Id="rId115" Type="http://schemas.openxmlformats.org/officeDocument/2006/relationships/slide" Target="slides/slide15.xml"/><Relationship Id="rId116" Type="http://schemas.openxmlformats.org/officeDocument/2006/relationships/slide" Target="slides/slide16.xml"/><Relationship Id="rId200" Type="http://schemas.openxmlformats.org/officeDocument/2006/relationships/font" Target="fonts/font1.fntdata"/><Relationship Id="rId201" Type="http://schemas.openxmlformats.org/officeDocument/2006/relationships/font" Target="fonts/font2.fntdata"/><Relationship Id="rId202" Type="http://schemas.openxmlformats.org/officeDocument/2006/relationships/font" Target="fonts/font3.fntdata"/><Relationship Id="rId203" Type="http://schemas.openxmlformats.org/officeDocument/2006/relationships/font" Target="fonts/font4.fntdata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ckup-dark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dark.pn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dark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dark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dark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dark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dark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dark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dark.pn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dark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dark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dark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dark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ckup-dark.pn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dark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yebrow"/>
          <p:cNvSpPr>
            <a:spLocks noGrp="1"/>
          </p:cNvSpPr>
          <p:nvPr>
            <p:ph type="body" idx="10"/>
          </p:nvPr>
        </p:nvSpPr>
        <p:spPr>
          <a:xfrm>
            <a:off x="760000" y="1700000"/>
            <a:ext cx="10672000" cy="38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400" spc="300">
                <a:solidFill>
                  <a:schemeClr val="accent1"/>
                </a:solidFill>
                <a:latin typeface="Geist Mono"/>
              </a:defRPr>
            </a:lvl1pPr>
          </a:lstStyle>
          <a:p>
            <a:pPr>
              <a:buNone/>
            </a:pPr>
            <a:endParaRPr lang="en-US" sz="1400" spc="300">
              <a:solidFill>
                <a:schemeClr val="accent1"/>
              </a:solidFill>
              <a:latin typeface="Geist Mono"/>
            </a:endParaRPr>
          </a:p>
        </p:txBody>
      </p:sp>
      <p:sp>
        <p:nvSpPr>
          <p:cNvPr id="12" name="Title"/>
          <p:cNvSpPr>
            <a:spLocks noGrp="1"/>
          </p:cNvSpPr>
          <p:nvPr>
            <p:ph type="ctrTitle"/>
          </p:nvPr>
        </p:nvSpPr>
        <p:spPr>
          <a:xfrm>
            <a:off x="760000" y="2100000"/>
            <a:ext cx="10672000" cy="19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600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600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3" name="Subtitle"/>
          <p:cNvSpPr>
            <a:spLocks noGrp="1"/>
          </p:cNvSpPr>
          <p:nvPr>
            <p:ph type="subTitle"/>
          </p:nvPr>
        </p:nvSpPr>
        <p:spPr>
          <a:xfrm>
            <a:off x="760000" y="4150000"/>
            <a:ext cx="8000000" cy="7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2000">
                <a:solidFill>
                  <a:srgbClr val="444C5C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2000">
              <a:solidFill>
                <a:srgbClr val="444C5C"/>
              </a:solidFill>
              <a:latin typeface="+mn-lt"/>
            </a:endParaRPr>
          </a:p>
        </p:txBody>
      </p:sp>
      <p:sp>
        <p:nvSpPr>
          <p:cNvPr id="14" name="Presented by"/>
          <p:cNvSpPr>
            <a:spLocks noGrp="1"/>
          </p:cNvSpPr>
          <p:nvPr>
            <p:ph idx="20"/>
          </p:nvPr>
        </p:nvSpPr>
        <p:spPr>
          <a:xfrm>
            <a:off x="760000" y="5350000"/>
            <a:ext cx="3000000" cy="9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180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5" name="Client logo"/>
          <p:cNvSpPr>
            <a:spLocks noGrp="1"/>
          </p:cNvSpPr>
          <p:nvPr>
            <p:ph type="pic" idx="21"/>
          </p:nvPr>
        </p:nvSpPr>
        <p:spPr>
          <a:xfrm>
            <a:off x="4160000" y="5350000"/>
            <a:ext cx="2400000" cy="760000"/>
          </a:xfrm>
          <a:prstGeom prst="rect">
            <a:avLst/>
          </a:prstGeom>
          <a:solidFill>
            <a:srgbClr val="F2F2F2"/>
          </a:solidFill>
          <a:ln>
            <a:solidFill>
              <a:srgbClr val="D8DEE5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11" name="Brand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00" y="470000"/>
            <a:ext cx="480000" cy="328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 / road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"/>
          <p:cNvSpPr>
            <a:spLocks noGrp="1"/>
          </p:cNvSpPr>
          <p:nvPr>
            <p:ph type="title"/>
          </p:nvPr>
        </p:nvSpPr>
        <p:spPr>
          <a:xfrm>
            <a:off x="760000" y="560000"/>
            <a:ext cx="10672000" cy="11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360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360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7" name="Agenda items"/>
          <p:cNvSpPr>
            <a:spLocks noGrp="1"/>
          </p:cNvSpPr>
          <p:nvPr>
            <p:ph type="body" idx="1"/>
          </p:nvPr>
        </p:nvSpPr>
        <p:spPr>
          <a:xfrm>
            <a:off x="760000" y="1900000"/>
            <a:ext cx="10672000" cy="41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defRPr sz="2000">
                <a:solidFill>
                  <a:srgbClr val="444C5C"/>
                </a:solidFill>
                <a:latin typeface="+mn-lt"/>
              </a:defRPr>
            </a:lvl1pPr>
          </a:lstStyle>
          <a:p>
            <a:pPr/>
            <a:endParaRPr lang="en-US" sz="2000">
              <a:solidFill>
                <a:srgbClr val="444C5C"/>
              </a:solidFill>
              <a:latin typeface="+mn-lt"/>
            </a:endParaRPr>
          </a:p>
        </p:txBody>
      </p:sp>
      <p:sp>
        <p:nvSpPr>
          <p:cNvPr id="11" name="Slide number"/>
          <p:cNvSpPr>
            <a:spLocks noGrp="1"/>
          </p:cNvSpPr>
          <p:nvPr>
            <p:ph type="sldNum" idx="24"/>
          </p:nvPr>
        </p:nvSpPr>
        <p:spPr>
          <a:xfrm>
            <a:off x="10300000" y="6330000"/>
            <a:ext cx="1100000" cy="300000"/>
          </a:xfrm>
          <a:prstGeom prst="rect">
            <a:avLst/>
          </a:prstGeom>
        </p:spPr>
        <p:txBody>
          <a:bodyPr anchor="ctr" wrap="square">
            <a:normAutofit/>
          </a:bodyPr>
          <a:lstStyle>
            <a:lvl1pPr algn="r">
              <a:buNone/>
              <a:defRPr sz="1100">
                <a:solidFill>
                  <a:srgbClr val="6B7280"/>
                </a:solidFill>
                <a:latin typeface="Geist Mono"/>
              </a:defRPr>
            </a:lvl1pPr>
          </a:lstStyle>
          <a:p>
            <a:pPr algn="r">
              <a:buNone/>
            </a:pPr>
            <a:endParaRPr lang="en-US" sz="1100">
              <a:solidFill>
                <a:srgbClr val="6B7280"/>
              </a:solidFill>
              <a:latin typeface="Geist Mono"/>
            </a:endParaRPr>
          </a:p>
        </p:txBody>
      </p:sp>
      <p:pic>
        <p:nvPicPr>
          <p:cNvPr id="12" name="Brand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00" y="6340000"/>
            <a:ext cx="302000" cy="170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ection number"/>
          <p:cNvSpPr>
            <a:spLocks noGrp="1"/>
          </p:cNvSpPr>
          <p:nvPr>
            <p:ph type="body" idx="10"/>
          </p:nvPr>
        </p:nvSpPr>
        <p:spPr>
          <a:xfrm>
            <a:off x="760000" y="1500000"/>
            <a:ext cx="10672000" cy="17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1000">
                <a:solidFill>
                  <a:schemeClr val="accent1"/>
                </a:solidFill>
                <a:latin typeface="Geist Mono"/>
              </a:defRPr>
            </a:lvl1pPr>
          </a:lstStyle>
          <a:p>
            <a:pPr>
              <a:buNone/>
            </a:pPr>
            <a:endParaRPr lang="en-US" sz="11000">
              <a:solidFill>
                <a:schemeClr val="accent1"/>
              </a:solidFill>
              <a:latin typeface="Geist Mono"/>
            </a:endParaRPr>
          </a:p>
        </p:txBody>
      </p:sp>
      <p:sp>
        <p:nvSpPr>
          <p:cNvPr id="19" name="Section title"/>
          <p:cNvSpPr>
            <a:spLocks noGrp="1"/>
          </p:cNvSpPr>
          <p:nvPr>
            <p:ph type="title"/>
          </p:nvPr>
        </p:nvSpPr>
        <p:spPr>
          <a:xfrm>
            <a:off x="760000" y="3300000"/>
            <a:ext cx="10672000" cy="15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540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5400">
              <a:solidFill>
                <a:schemeClr val="tx1"/>
              </a:solidFill>
              <a:latin typeface="+mn-lt"/>
            </a:endParaRPr>
          </a:p>
        </p:txBody>
      </p:sp>
      <p:sp>
        <p:nvSpPr>
          <p:cNvPr id="20" name="Section subtitle"/>
          <p:cNvSpPr>
            <a:spLocks noGrp="1"/>
          </p:cNvSpPr>
          <p:nvPr>
            <p:ph type="body" idx="1"/>
          </p:nvPr>
        </p:nvSpPr>
        <p:spPr>
          <a:xfrm>
            <a:off x="760000" y="4900000"/>
            <a:ext cx="8500000" cy="9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2000">
                <a:solidFill>
                  <a:srgbClr val="444C5C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2000">
              <a:solidFill>
                <a:srgbClr val="444C5C"/>
              </a:solidFill>
              <a:latin typeface="+mn-lt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Text heavy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"/>
          <p:cNvSpPr>
            <a:spLocks noGrp="1"/>
          </p:cNvSpPr>
          <p:nvPr>
            <p:ph type="title"/>
          </p:nvPr>
        </p:nvSpPr>
        <p:spPr>
          <a:xfrm>
            <a:off x="760000" y="560000"/>
            <a:ext cx="6300000" cy="11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320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3200">
              <a:solidFill>
                <a:schemeClr val="tx1"/>
              </a:solidFill>
              <a:latin typeface="+mn-lt"/>
            </a:endParaRPr>
          </a:p>
        </p:txBody>
      </p:sp>
      <p:sp>
        <p:nvSpPr>
          <p:cNvPr id="22" name="Body"/>
          <p:cNvSpPr>
            <a:spLocks noGrp="1"/>
          </p:cNvSpPr>
          <p:nvPr>
            <p:ph type="body" idx="1"/>
          </p:nvPr>
        </p:nvSpPr>
        <p:spPr>
          <a:xfrm>
            <a:off x="760000" y="1900000"/>
            <a:ext cx="6300000" cy="39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defRPr sz="1800">
                <a:solidFill>
                  <a:srgbClr val="444C5C"/>
                </a:solidFill>
                <a:latin typeface="+mn-lt"/>
              </a:defRPr>
            </a:lvl1pPr>
          </a:lstStyle>
          <a:p>
            <a:pPr/>
            <a:endParaRPr lang="en-US" sz="1800">
              <a:solidFill>
                <a:srgbClr val="444C5C"/>
              </a:solidFill>
              <a:latin typeface="+mn-lt"/>
            </a:endParaRPr>
          </a:p>
        </p:txBody>
      </p:sp>
      <p:sp>
        <p:nvSpPr>
          <p:cNvPr id="23" name="Image"/>
          <p:cNvSpPr>
            <a:spLocks noGrp="1"/>
          </p:cNvSpPr>
          <p:nvPr>
            <p:ph type="pic" idx="2"/>
          </p:nvPr>
        </p:nvSpPr>
        <p:spPr>
          <a:xfrm>
            <a:off x="7500000" y="900000"/>
            <a:ext cx="3932000" cy="4900000"/>
          </a:xfrm>
          <a:prstGeom prst="rect">
            <a:avLst/>
          </a:prstGeom>
          <a:solidFill>
            <a:srgbClr val="F2F2F2"/>
          </a:solidFill>
          <a:ln>
            <a:solidFill>
              <a:srgbClr val="D8DE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"/>
          <p:cNvSpPr>
            <a:spLocks noGrp="1"/>
          </p:cNvSpPr>
          <p:nvPr>
            <p:ph type="sldNum" idx="24"/>
          </p:nvPr>
        </p:nvSpPr>
        <p:spPr>
          <a:xfrm>
            <a:off x="10300000" y="6330000"/>
            <a:ext cx="1100000" cy="300000"/>
          </a:xfrm>
          <a:prstGeom prst="rect">
            <a:avLst/>
          </a:prstGeom>
        </p:spPr>
        <p:txBody>
          <a:bodyPr anchor="ctr" wrap="square">
            <a:normAutofit/>
          </a:bodyPr>
          <a:lstStyle>
            <a:lvl1pPr algn="r">
              <a:buNone/>
              <a:defRPr sz="1100">
                <a:solidFill>
                  <a:srgbClr val="6B7280"/>
                </a:solidFill>
                <a:latin typeface="Geist Mono"/>
              </a:defRPr>
            </a:lvl1pPr>
          </a:lstStyle>
          <a:p>
            <a:pPr algn="r">
              <a:buNone/>
            </a:pPr>
            <a:endParaRPr lang="en-US" sz="1100">
              <a:solidFill>
                <a:srgbClr val="6B7280"/>
              </a:solidFill>
              <a:latin typeface="Geist Mono"/>
            </a:endParaRPr>
          </a:p>
        </p:txBody>
      </p:sp>
      <p:pic>
        <p:nvPicPr>
          <p:cNvPr id="12" name="Brand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00" y="6340000"/>
            <a:ext cx="302000" cy="170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heavy + by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Image"/>
          <p:cNvSpPr>
            <a:spLocks noGrp="1"/>
          </p:cNvSpPr>
          <p:nvPr>
            <p:ph type="pic" idx="2"/>
          </p:nvPr>
        </p:nvSpPr>
        <p:spPr>
          <a:xfrm>
            <a:off x="760000" y="560000"/>
            <a:ext cx="7100000" cy="5400000"/>
          </a:xfrm>
          <a:prstGeom prst="rect">
            <a:avLst/>
          </a:prstGeom>
          <a:solidFill>
            <a:srgbClr val="F2F2F2"/>
          </a:solidFill>
          <a:ln>
            <a:solidFill>
              <a:srgbClr val="D8DE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Eyebrow"/>
          <p:cNvSpPr>
            <a:spLocks noGrp="1"/>
          </p:cNvSpPr>
          <p:nvPr>
            <p:ph type="body" idx="10"/>
          </p:nvPr>
        </p:nvSpPr>
        <p:spPr>
          <a:xfrm>
            <a:off x="8100000" y="3600000"/>
            <a:ext cx="3300000" cy="5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400" spc="300">
                <a:solidFill>
                  <a:schemeClr val="accent1"/>
                </a:solidFill>
                <a:latin typeface="Geist Mono"/>
              </a:defRPr>
            </a:lvl1pPr>
          </a:lstStyle>
          <a:p>
            <a:pPr>
              <a:buNone/>
            </a:pPr>
            <a:endParaRPr lang="en-US" sz="1400" spc="300">
              <a:solidFill>
                <a:schemeClr val="accent1"/>
              </a:solidFill>
              <a:latin typeface="Geist Mono"/>
            </a:endParaRPr>
          </a:p>
        </p:txBody>
      </p:sp>
      <p:sp>
        <p:nvSpPr>
          <p:cNvPr id="26" name="Byline"/>
          <p:cNvSpPr>
            <a:spLocks noGrp="1"/>
          </p:cNvSpPr>
          <p:nvPr>
            <p:ph type="body" idx="1"/>
          </p:nvPr>
        </p:nvSpPr>
        <p:spPr>
          <a:xfrm>
            <a:off x="8100000" y="4100000"/>
            <a:ext cx="3300000" cy="14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90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1900">
              <a:solidFill>
                <a:schemeClr val="tx1"/>
              </a:solidFill>
              <a:latin typeface="+mn-lt"/>
            </a:endParaRPr>
          </a:p>
        </p:txBody>
      </p:sp>
      <p:sp>
        <p:nvSpPr>
          <p:cNvPr id="27" name="Credit"/>
          <p:cNvSpPr>
            <a:spLocks noGrp="1"/>
          </p:cNvSpPr>
          <p:nvPr>
            <p:ph type="body" idx="11"/>
          </p:nvPr>
        </p:nvSpPr>
        <p:spPr>
          <a:xfrm>
            <a:off x="8100000" y="5500000"/>
            <a:ext cx="3300000" cy="6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200">
                <a:solidFill>
                  <a:srgbClr val="6B7280"/>
                </a:solidFill>
                <a:latin typeface="Geist Mono"/>
              </a:defRPr>
            </a:lvl1pPr>
          </a:lstStyle>
          <a:p>
            <a:pPr>
              <a:buNone/>
            </a:pPr>
            <a:endParaRPr lang="en-US" sz="1200">
              <a:solidFill>
                <a:srgbClr val="6B7280"/>
              </a:solidFill>
              <a:latin typeface="Geist Mono"/>
            </a:endParaRPr>
          </a:p>
        </p:txBody>
      </p:sp>
      <p:sp>
        <p:nvSpPr>
          <p:cNvPr id="11" name="Slide number"/>
          <p:cNvSpPr>
            <a:spLocks noGrp="1"/>
          </p:cNvSpPr>
          <p:nvPr>
            <p:ph type="sldNum" idx="24"/>
          </p:nvPr>
        </p:nvSpPr>
        <p:spPr>
          <a:xfrm>
            <a:off x="10300000" y="6330000"/>
            <a:ext cx="1100000" cy="300000"/>
          </a:xfrm>
          <a:prstGeom prst="rect">
            <a:avLst/>
          </a:prstGeom>
        </p:spPr>
        <p:txBody>
          <a:bodyPr anchor="ctr" wrap="square">
            <a:normAutofit/>
          </a:bodyPr>
          <a:lstStyle>
            <a:lvl1pPr algn="r">
              <a:buNone/>
              <a:defRPr sz="1100">
                <a:solidFill>
                  <a:srgbClr val="6B7280"/>
                </a:solidFill>
                <a:latin typeface="Geist Mono"/>
              </a:defRPr>
            </a:lvl1pPr>
          </a:lstStyle>
          <a:p>
            <a:pPr algn="r">
              <a:buNone/>
            </a:pPr>
            <a:endParaRPr lang="en-US" sz="1100">
              <a:solidFill>
                <a:srgbClr val="6B7280"/>
              </a:solidFill>
              <a:latin typeface="Geist Mono"/>
            </a:endParaRPr>
          </a:p>
        </p:txBody>
      </p:sp>
      <p:pic>
        <p:nvPicPr>
          <p:cNvPr id="12" name="Brand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000" y="6340000"/>
            <a:ext cx="302000" cy="170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landscap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Image"/>
          <p:cNvSpPr>
            <a:spLocks noGrp="1"/>
          </p:cNvSpPr>
          <p:nvPr>
            <p:ph type="pic" idx="2"/>
          </p:nvPr>
        </p:nvSpPr>
        <p:spPr>
          <a:xfrm>
            <a:off x="760000" y="620000"/>
            <a:ext cx="10672000" cy="3700000"/>
          </a:xfrm>
          <a:prstGeom prst="rect">
            <a:avLst/>
          </a:prstGeom>
          <a:solidFill>
            <a:srgbClr val="F2F2F2"/>
          </a:solidFill>
          <a:ln>
            <a:solidFill>
              <a:srgbClr val="D8DE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Eyebrow"/>
          <p:cNvSpPr>
            <a:spLocks noGrp="1"/>
          </p:cNvSpPr>
          <p:nvPr>
            <p:ph type="body" idx="10"/>
          </p:nvPr>
        </p:nvSpPr>
        <p:spPr>
          <a:xfrm>
            <a:off x="760000" y="4520000"/>
            <a:ext cx="10672000" cy="38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400" spc="300">
                <a:solidFill>
                  <a:schemeClr val="accent1"/>
                </a:solidFill>
                <a:latin typeface="Geist Mono"/>
              </a:defRPr>
            </a:lvl1pPr>
          </a:lstStyle>
          <a:p>
            <a:pPr>
              <a:buNone/>
            </a:pPr>
            <a:endParaRPr lang="en-US" sz="1400" spc="300">
              <a:solidFill>
                <a:schemeClr val="accent1"/>
              </a:solidFill>
              <a:latin typeface="Geist Mono"/>
            </a:endParaRPr>
          </a:p>
        </p:txBody>
      </p:sp>
      <p:sp>
        <p:nvSpPr>
          <p:cNvPr id="30" name="Caption"/>
          <p:cNvSpPr>
            <a:spLocks noGrp="1"/>
          </p:cNvSpPr>
          <p:nvPr>
            <p:ph type="body" idx="1"/>
          </p:nvPr>
        </p:nvSpPr>
        <p:spPr>
          <a:xfrm>
            <a:off x="760000" y="4960000"/>
            <a:ext cx="9800000" cy="7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90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190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1" name="Credit"/>
          <p:cNvSpPr>
            <a:spLocks noGrp="1"/>
          </p:cNvSpPr>
          <p:nvPr>
            <p:ph type="body" idx="11"/>
          </p:nvPr>
        </p:nvSpPr>
        <p:spPr>
          <a:xfrm>
            <a:off x="760000" y="5680000"/>
            <a:ext cx="9800000" cy="4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200">
                <a:solidFill>
                  <a:srgbClr val="6B7280"/>
                </a:solidFill>
                <a:latin typeface="Geist Mono"/>
              </a:defRPr>
            </a:lvl1pPr>
          </a:lstStyle>
          <a:p>
            <a:pPr>
              <a:buNone/>
            </a:pPr>
            <a:endParaRPr lang="en-US" sz="1200">
              <a:solidFill>
                <a:srgbClr val="6B7280"/>
              </a:solidFill>
              <a:latin typeface="Geist Mono"/>
            </a:endParaRPr>
          </a:p>
        </p:txBody>
      </p:sp>
      <p:sp>
        <p:nvSpPr>
          <p:cNvPr id="11" name="Slide number"/>
          <p:cNvSpPr>
            <a:spLocks noGrp="1"/>
          </p:cNvSpPr>
          <p:nvPr>
            <p:ph type="sldNum" idx="24"/>
          </p:nvPr>
        </p:nvSpPr>
        <p:spPr>
          <a:xfrm>
            <a:off x="10300000" y="6330000"/>
            <a:ext cx="1100000" cy="300000"/>
          </a:xfrm>
          <a:prstGeom prst="rect">
            <a:avLst/>
          </a:prstGeom>
        </p:spPr>
        <p:txBody>
          <a:bodyPr anchor="ctr" wrap="square">
            <a:normAutofit/>
          </a:bodyPr>
          <a:lstStyle>
            <a:lvl1pPr algn="r">
              <a:buNone/>
              <a:defRPr sz="1100">
                <a:solidFill>
                  <a:srgbClr val="6B7280"/>
                </a:solidFill>
                <a:latin typeface="Geist Mono"/>
              </a:defRPr>
            </a:lvl1pPr>
          </a:lstStyle>
          <a:p>
            <a:pPr algn="r">
              <a:buNone/>
            </a:pPr>
            <a:endParaRPr lang="en-US" sz="1100">
              <a:solidFill>
                <a:srgbClr val="6B7280"/>
              </a:solidFill>
              <a:latin typeface="Geist Mono"/>
            </a:endParaRPr>
          </a:p>
        </p:txBody>
      </p:sp>
      <p:pic>
        <p:nvPicPr>
          <p:cNvPr id="12" name="Brand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00" y="6340000"/>
            <a:ext cx="302000" cy="170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Al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Eyebrow"/>
          <p:cNvSpPr>
            <a:spLocks noGrp="1"/>
          </p:cNvSpPr>
          <p:nvPr>
            <p:ph type="body" idx="10"/>
          </p:nvPr>
        </p:nvSpPr>
        <p:spPr>
          <a:xfrm>
            <a:off x="760000" y="600000"/>
            <a:ext cx="10672000" cy="4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400" spc="300">
                <a:solidFill>
                  <a:schemeClr val="accent1"/>
                </a:solidFill>
                <a:latin typeface="Geist Mono"/>
              </a:defRPr>
            </a:lvl1pPr>
          </a:lstStyle>
          <a:p>
            <a:pPr>
              <a:buNone/>
            </a:pPr>
            <a:endParaRPr lang="en-US" sz="1400" spc="300">
              <a:solidFill>
                <a:schemeClr val="accent1"/>
              </a:solidFill>
              <a:latin typeface="Geist Mono"/>
            </a:endParaRPr>
          </a:p>
        </p:txBody>
      </p:sp>
      <p:sp>
        <p:nvSpPr>
          <p:cNvPr id="33" name="Statement"/>
          <p:cNvSpPr>
            <a:spLocks noGrp="1"/>
          </p:cNvSpPr>
          <p:nvPr>
            <p:ph type="title"/>
          </p:nvPr>
        </p:nvSpPr>
        <p:spPr>
          <a:xfrm>
            <a:off x="760000" y="1500000"/>
            <a:ext cx="10672000" cy="3000000"/>
          </a:xfrm>
          <a:prstGeom prst="rect">
            <a:avLst/>
          </a:prstGeom>
        </p:spPr>
        <p:txBody>
          <a:bodyPr anchor="ctr" wrap="square">
            <a:normAutofit/>
          </a:bodyPr>
          <a:lstStyle>
            <a:lvl1pPr>
              <a:buNone/>
              <a:defRPr sz="400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400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4" name="Support"/>
          <p:cNvSpPr>
            <a:spLocks noGrp="1"/>
          </p:cNvSpPr>
          <p:nvPr>
            <p:ph type="body" idx="1"/>
          </p:nvPr>
        </p:nvSpPr>
        <p:spPr>
          <a:xfrm>
            <a:off x="760000" y="4900000"/>
            <a:ext cx="10672000" cy="10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600">
                <a:solidFill>
                  <a:srgbClr val="444C5C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1600">
              <a:solidFill>
                <a:srgbClr val="444C5C"/>
              </a:solidFill>
              <a:latin typeface="+mn-lt"/>
            </a:endParaRPr>
          </a:p>
        </p:txBody>
      </p:sp>
      <p:sp>
        <p:nvSpPr>
          <p:cNvPr id="11" name="Slide number"/>
          <p:cNvSpPr>
            <a:spLocks noGrp="1"/>
          </p:cNvSpPr>
          <p:nvPr>
            <p:ph type="sldNum" idx="24"/>
          </p:nvPr>
        </p:nvSpPr>
        <p:spPr>
          <a:xfrm>
            <a:off x="10300000" y="6330000"/>
            <a:ext cx="1100000" cy="300000"/>
          </a:xfrm>
          <a:prstGeom prst="rect">
            <a:avLst/>
          </a:prstGeom>
        </p:spPr>
        <p:txBody>
          <a:bodyPr anchor="ctr" wrap="square">
            <a:normAutofit/>
          </a:bodyPr>
          <a:lstStyle>
            <a:lvl1pPr algn="r">
              <a:buNone/>
              <a:defRPr sz="1100">
                <a:solidFill>
                  <a:srgbClr val="6B7280"/>
                </a:solidFill>
                <a:latin typeface="Geist Mono"/>
              </a:defRPr>
            </a:lvl1pPr>
          </a:lstStyle>
          <a:p>
            <a:pPr algn="r">
              <a:buNone/>
            </a:pPr>
            <a:endParaRPr lang="en-US" sz="1100">
              <a:solidFill>
                <a:srgbClr val="6B7280"/>
              </a:solidFill>
              <a:latin typeface="Geist Mono"/>
            </a:endParaRPr>
          </a:p>
        </p:txBody>
      </p:sp>
      <p:pic>
        <p:nvPicPr>
          <p:cNvPr id="12" name="Brand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00" y="6340000"/>
            <a:ext cx="302000" cy="170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Quote / 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Quote"/>
          <p:cNvSpPr>
            <a:spLocks noGrp="1"/>
          </p:cNvSpPr>
          <p:nvPr>
            <p:ph type="body" idx="1"/>
          </p:nvPr>
        </p:nvSpPr>
        <p:spPr>
          <a:xfrm>
            <a:off x="760000" y="1350000"/>
            <a:ext cx="9800000" cy="27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320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320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6" name="Photo"/>
          <p:cNvSpPr>
            <a:spLocks noGrp="1"/>
          </p:cNvSpPr>
          <p:nvPr>
            <p:ph type="pic" idx="2"/>
          </p:nvPr>
        </p:nvSpPr>
        <p:spPr>
          <a:xfrm>
            <a:off x="760000" y="4450000"/>
            <a:ext cx="780000" cy="780000"/>
          </a:xfrm>
          <a:prstGeom prst="ellipse">
            <a:avLst/>
          </a:prstGeom>
          <a:solidFill>
            <a:srgbClr val="F2F2F2"/>
          </a:solidFill>
          <a:ln>
            <a:solidFill>
              <a:srgbClr val="D8DE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Name"/>
          <p:cNvSpPr>
            <a:spLocks noGrp="1"/>
          </p:cNvSpPr>
          <p:nvPr>
            <p:ph type="body" idx="11"/>
          </p:nvPr>
        </p:nvSpPr>
        <p:spPr>
          <a:xfrm>
            <a:off x="1700000" y="4500000"/>
            <a:ext cx="8000000" cy="43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90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190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8" name="Role"/>
          <p:cNvSpPr>
            <a:spLocks noGrp="1"/>
          </p:cNvSpPr>
          <p:nvPr>
            <p:ph type="body" idx="12"/>
          </p:nvPr>
        </p:nvSpPr>
        <p:spPr>
          <a:xfrm>
            <a:off x="1700000" y="4950000"/>
            <a:ext cx="8000000" cy="4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500">
                <a:solidFill>
                  <a:srgbClr val="6B7280"/>
                </a:solidFill>
                <a:latin typeface="Geist Mono"/>
              </a:defRPr>
            </a:lvl1pPr>
          </a:lstStyle>
          <a:p>
            <a:pPr>
              <a:buNone/>
            </a:pPr>
            <a:endParaRPr lang="en-US" sz="1500">
              <a:solidFill>
                <a:srgbClr val="6B7280"/>
              </a:solidFill>
              <a:latin typeface="Geist Mono"/>
            </a:endParaRPr>
          </a:p>
        </p:txBody>
      </p:sp>
      <p:sp>
        <p:nvSpPr>
          <p:cNvPr id="11" name="Slide number"/>
          <p:cNvSpPr>
            <a:spLocks noGrp="1"/>
          </p:cNvSpPr>
          <p:nvPr>
            <p:ph type="sldNum" idx="24"/>
          </p:nvPr>
        </p:nvSpPr>
        <p:spPr>
          <a:xfrm>
            <a:off x="10300000" y="6330000"/>
            <a:ext cx="1100000" cy="300000"/>
          </a:xfrm>
          <a:prstGeom prst="rect">
            <a:avLst/>
          </a:prstGeom>
        </p:spPr>
        <p:txBody>
          <a:bodyPr anchor="ctr" wrap="square">
            <a:normAutofit/>
          </a:bodyPr>
          <a:lstStyle>
            <a:lvl1pPr algn="r">
              <a:buNone/>
              <a:defRPr sz="1100">
                <a:solidFill>
                  <a:srgbClr val="6B7280"/>
                </a:solidFill>
                <a:latin typeface="Geist Mono"/>
              </a:defRPr>
            </a:lvl1pPr>
          </a:lstStyle>
          <a:p>
            <a:pPr algn="r">
              <a:buNone/>
            </a:pPr>
            <a:endParaRPr lang="en-US" sz="1100">
              <a:solidFill>
                <a:srgbClr val="6B7280"/>
              </a:solidFill>
              <a:latin typeface="Geist Mono"/>
            </a:endParaRPr>
          </a:p>
        </p:txBody>
      </p:sp>
      <p:pic>
        <p:nvPicPr>
          <p:cNvPr id="12" name="Brand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00" y="6340000"/>
            <a:ext cx="302000" cy="170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itle"/>
          <p:cNvSpPr>
            <a:spLocks noGrp="1"/>
          </p:cNvSpPr>
          <p:nvPr>
            <p:ph type="title"/>
          </p:nvPr>
        </p:nvSpPr>
        <p:spPr>
          <a:xfrm>
            <a:off x="760000" y="560000"/>
            <a:ext cx="10672000" cy="10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320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320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0" name="Left column"/>
          <p:cNvSpPr>
            <a:spLocks noGrp="1"/>
          </p:cNvSpPr>
          <p:nvPr>
            <p:ph type="body" idx="1"/>
          </p:nvPr>
        </p:nvSpPr>
        <p:spPr>
          <a:xfrm>
            <a:off x="760000" y="1800000"/>
            <a:ext cx="5136000" cy="40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defRPr sz="1800">
                <a:solidFill>
                  <a:srgbClr val="444C5C"/>
                </a:solidFill>
                <a:latin typeface="+mn-lt"/>
              </a:defRPr>
            </a:lvl1pPr>
          </a:lstStyle>
          <a:p>
            <a:pPr/>
            <a:endParaRPr lang="en-US" sz="1800">
              <a:solidFill>
                <a:srgbClr val="444C5C"/>
              </a:solidFill>
              <a:latin typeface="+mn-lt"/>
            </a:endParaRPr>
          </a:p>
        </p:txBody>
      </p:sp>
      <p:sp>
        <p:nvSpPr>
          <p:cNvPr id="41" name="Right column"/>
          <p:cNvSpPr>
            <a:spLocks noGrp="1"/>
          </p:cNvSpPr>
          <p:nvPr>
            <p:ph type="body" idx="2"/>
          </p:nvPr>
        </p:nvSpPr>
        <p:spPr>
          <a:xfrm>
            <a:off x="6296000" y="1800000"/>
            <a:ext cx="5136000" cy="40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defRPr sz="1800">
                <a:solidFill>
                  <a:srgbClr val="444C5C"/>
                </a:solidFill>
                <a:latin typeface="+mn-lt"/>
              </a:defRPr>
            </a:lvl1pPr>
          </a:lstStyle>
          <a:p>
            <a:pPr/>
            <a:endParaRPr lang="en-US" sz="1800">
              <a:solidFill>
                <a:srgbClr val="444C5C"/>
              </a:solidFill>
              <a:latin typeface="+mn-lt"/>
            </a:endParaRPr>
          </a:p>
        </p:txBody>
      </p:sp>
      <p:sp>
        <p:nvSpPr>
          <p:cNvPr id="11" name="Slide number"/>
          <p:cNvSpPr>
            <a:spLocks noGrp="1"/>
          </p:cNvSpPr>
          <p:nvPr>
            <p:ph type="sldNum" idx="24"/>
          </p:nvPr>
        </p:nvSpPr>
        <p:spPr>
          <a:xfrm>
            <a:off x="10300000" y="6330000"/>
            <a:ext cx="1100000" cy="300000"/>
          </a:xfrm>
          <a:prstGeom prst="rect">
            <a:avLst/>
          </a:prstGeom>
        </p:spPr>
        <p:txBody>
          <a:bodyPr anchor="ctr" wrap="square">
            <a:normAutofit/>
          </a:bodyPr>
          <a:lstStyle>
            <a:lvl1pPr algn="r">
              <a:buNone/>
              <a:defRPr sz="1100">
                <a:solidFill>
                  <a:srgbClr val="6B7280"/>
                </a:solidFill>
                <a:latin typeface="Geist Mono"/>
              </a:defRPr>
            </a:lvl1pPr>
          </a:lstStyle>
          <a:p>
            <a:pPr algn="r">
              <a:buNone/>
            </a:pPr>
            <a:endParaRPr lang="en-US" sz="1100">
              <a:solidFill>
                <a:srgbClr val="6B7280"/>
              </a:solidFill>
              <a:latin typeface="Geist Mono"/>
            </a:endParaRPr>
          </a:p>
        </p:txBody>
      </p:sp>
      <p:pic>
        <p:nvPicPr>
          <p:cNvPr id="12" name="Brand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00" y="6340000"/>
            <a:ext cx="302000" cy="170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3-column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"/>
          <p:cNvSpPr>
            <a:spLocks noGrp="1"/>
          </p:cNvSpPr>
          <p:nvPr>
            <p:ph type="title"/>
          </p:nvPr>
        </p:nvSpPr>
        <p:spPr>
          <a:xfrm>
            <a:off x="760000" y="560000"/>
            <a:ext cx="10672000" cy="10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320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320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3" name="Column A"/>
          <p:cNvSpPr>
            <a:spLocks noGrp="1"/>
          </p:cNvSpPr>
          <p:nvPr>
            <p:ph type="body" idx="1"/>
          </p:nvPr>
        </p:nvSpPr>
        <p:spPr>
          <a:xfrm>
            <a:off x="760000" y="1800000"/>
            <a:ext cx="3384000" cy="40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defRPr sz="1700">
                <a:solidFill>
                  <a:srgbClr val="444C5C"/>
                </a:solidFill>
                <a:latin typeface="+mn-lt"/>
              </a:defRPr>
            </a:lvl1pPr>
          </a:lstStyle>
          <a:p>
            <a:pPr/>
            <a:endParaRPr lang="en-US" sz="1700">
              <a:solidFill>
                <a:srgbClr val="444C5C"/>
              </a:solidFill>
              <a:latin typeface="+mn-lt"/>
            </a:endParaRPr>
          </a:p>
        </p:txBody>
      </p:sp>
      <p:sp>
        <p:nvSpPr>
          <p:cNvPr id="44" name="Column B"/>
          <p:cNvSpPr>
            <a:spLocks noGrp="1"/>
          </p:cNvSpPr>
          <p:nvPr>
            <p:ph type="body" idx="2"/>
          </p:nvPr>
        </p:nvSpPr>
        <p:spPr>
          <a:xfrm>
            <a:off x="4404000" y="1800000"/>
            <a:ext cx="3384000" cy="40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defRPr sz="1700">
                <a:solidFill>
                  <a:srgbClr val="444C5C"/>
                </a:solidFill>
                <a:latin typeface="+mn-lt"/>
              </a:defRPr>
            </a:lvl1pPr>
          </a:lstStyle>
          <a:p>
            <a:pPr/>
            <a:endParaRPr lang="en-US" sz="1700">
              <a:solidFill>
                <a:srgbClr val="444C5C"/>
              </a:solidFill>
              <a:latin typeface="+mn-lt"/>
            </a:endParaRPr>
          </a:p>
        </p:txBody>
      </p:sp>
      <p:sp>
        <p:nvSpPr>
          <p:cNvPr id="45" name="Column C"/>
          <p:cNvSpPr>
            <a:spLocks noGrp="1"/>
          </p:cNvSpPr>
          <p:nvPr>
            <p:ph type="body" idx="3"/>
          </p:nvPr>
        </p:nvSpPr>
        <p:spPr>
          <a:xfrm>
            <a:off x="8048000" y="1800000"/>
            <a:ext cx="3384000" cy="40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defRPr sz="1700">
                <a:solidFill>
                  <a:srgbClr val="444C5C"/>
                </a:solidFill>
                <a:latin typeface="+mn-lt"/>
              </a:defRPr>
            </a:lvl1pPr>
          </a:lstStyle>
          <a:p>
            <a:pPr/>
            <a:endParaRPr lang="en-US" sz="1700">
              <a:solidFill>
                <a:srgbClr val="444C5C"/>
              </a:solidFill>
              <a:latin typeface="+mn-lt"/>
            </a:endParaRPr>
          </a:p>
        </p:txBody>
      </p:sp>
      <p:sp>
        <p:nvSpPr>
          <p:cNvPr id="11" name="Slide number"/>
          <p:cNvSpPr>
            <a:spLocks noGrp="1"/>
          </p:cNvSpPr>
          <p:nvPr>
            <p:ph type="sldNum" idx="24"/>
          </p:nvPr>
        </p:nvSpPr>
        <p:spPr>
          <a:xfrm>
            <a:off x="10300000" y="6330000"/>
            <a:ext cx="1100000" cy="300000"/>
          </a:xfrm>
          <a:prstGeom prst="rect">
            <a:avLst/>
          </a:prstGeom>
        </p:spPr>
        <p:txBody>
          <a:bodyPr anchor="ctr" wrap="square">
            <a:normAutofit/>
          </a:bodyPr>
          <a:lstStyle>
            <a:lvl1pPr algn="r">
              <a:buNone/>
              <a:defRPr sz="1100">
                <a:solidFill>
                  <a:srgbClr val="6B7280"/>
                </a:solidFill>
                <a:latin typeface="Geist Mono"/>
              </a:defRPr>
            </a:lvl1pPr>
          </a:lstStyle>
          <a:p>
            <a:pPr algn="r">
              <a:buNone/>
            </a:pPr>
            <a:endParaRPr lang="en-US" sz="1100">
              <a:solidFill>
                <a:srgbClr val="6B7280"/>
              </a:solidFill>
              <a:latin typeface="Geist Mono"/>
            </a:endParaRPr>
          </a:p>
        </p:txBody>
      </p:sp>
      <p:pic>
        <p:nvPicPr>
          <p:cNvPr id="12" name="Brand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00" y="6340000"/>
            <a:ext cx="302000" cy="170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rocess / 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itle"/>
          <p:cNvSpPr>
            <a:spLocks noGrp="1"/>
          </p:cNvSpPr>
          <p:nvPr>
            <p:ph type="title"/>
          </p:nvPr>
        </p:nvSpPr>
        <p:spPr>
          <a:xfrm>
            <a:off x="760000" y="560000"/>
            <a:ext cx="10672000" cy="10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320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320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7" name="Step 1"/>
          <p:cNvSpPr>
            <a:spLocks noGrp="1"/>
          </p:cNvSpPr>
          <p:nvPr>
            <p:ph type="body" idx="1"/>
          </p:nvPr>
        </p:nvSpPr>
        <p:spPr>
          <a:xfrm>
            <a:off x="760000" y="2500000"/>
            <a:ext cx="2484000" cy="30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600">
                <a:solidFill>
                  <a:srgbClr val="444C5C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1600">
              <a:solidFill>
                <a:srgbClr val="444C5C"/>
              </a:solidFill>
              <a:latin typeface="+mn-lt"/>
            </a:endParaRPr>
          </a:p>
        </p:txBody>
      </p:sp>
      <p:sp>
        <p:nvSpPr>
          <p:cNvPr id="48" name="Step 2"/>
          <p:cNvSpPr>
            <a:spLocks noGrp="1"/>
          </p:cNvSpPr>
          <p:nvPr>
            <p:ph type="body" idx="2"/>
          </p:nvPr>
        </p:nvSpPr>
        <p:spPr>
          <a:xfrm>
            <a:off x="3544000" y="2500000"/>
            <a:ext cx="2484000" cy="30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600">
                <a:solidFill>
                  <a:srgbClr val="444C5C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1600">
              <a:solidFill>
                <a:srgbClr val="444C5C"/>
              </a:solidFill>
              <a:latin typeface="+mn-lt"/>
            </a:endParaRPr>
          </a:p>
        </p:txBody>
      </p:sp>
      <p:sp>
        <p:nvSpPr>
          <p:cNvPr id="49" name="Step 3"/>
          <p:cNvSpPr>
            <a:spLocks noGrp="1"/>
          </p:cNvSpPr>
          <p:nvPr>
            <p:ph type="body" idx="3"/>
          </p:nvPr>
        </p:nvSpPr>
        <p:spPr>
          <a:xfrm>
            <a:off x="6604000" y="2500000"/>
            <a:ext cx="2484000" cy="30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600">
                <a:solidFill>
                  <a:srgbClr val="444C5C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1600">
              <a:solidFill>
                <a:srgbClr val="444C5C"/>
              </a:solidFill>
              <a:latin typeface="+mn-lt"/>
            </a:endParaRPr>
          </a:p>
        </p:txBody>
      </p:sp>
      <p:sp>
        <p:nvSpPr>
          <p:cNvPr id="50" name="Step 4"/>
          <p:cNvSpPr>
            <a:spLocks noGrp="1"/>
          </p:cNvSpPr>
          <p:nvPr>
            <p:ph type="body" idx="4"/>
          </p:nvPr>
        </p:nvSpPr>
        <p:spPr>
          <a:xfrm>
            <a:off x="9664000" y="2500000"/>
            <a:ext cx="1768000" cy="30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600">
                <a:solidFill>
                  <a:srgbClr val="444C5C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1600">
              <a:solidFill>
                <a:srgbClr val="444C5C"/>
              </a:solidFill>
              <a:latin typeface="+mn-lt"/>
            </a:endParaRPr>
          </a:p>
        </p:txBody>
      </p:sp>
      <p:sp>
        <p:nvSpPr>
          <p:cNvPr id="11" name="Line"/>
          <p:cNvSpPr/>
          <p:nvPr/>
        </p:nvSpPr>
        <p:spPr>
          <a:xfrm>
            <a:off x="1020000" y="2090000"/>
            <a:ext cx="8644000" cy="30000"/>
          </a:xfrm>
          <a:prstGeom prst="rect">
            <a:avLst/>
          </a:prstGeom>
          <a:solidFill>
            <a:srgbClr val="D8DEE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de 1"/>
          <p:cNvSpPr/>
          <p:nvPr/>
        </p:nvSpPr>
        <p:spPr>
          <a:xfrm>
            <a:off x="760000" y="1960000"/>
            <a:ext cx="300000" cy="300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txBody>
          <a:bodyPr anchor="ctr"/>
          <a:lstStyle/>
          <a:p>
            <a:pPr algn="ctr"/>
            <a:r>
              <a:rPr lang="en-US" sz="1400">
                <a:solidFill>
                  <a:schemeClr val="accent1"/>
                </a:solidFill>
                <a:latin typeface="Geist Mono"/>
              </a:rPr>
              <a:t>1</a:t>
            </a:r>
          </a:p>
        </p:txBody>
      </p:sp>
      <p:sp>
        <p:nvSpPr>
          <p:cNvPr id="13" name="Node 2"/>
          <p:cNvSpPr/>
          <p:nvPr/>
        </p:nvSpPr>
        <p:spPr>
          <a:xfrm>
            <a:off x="3544000" y="1960000"/>
            <a:ext cx="300000" cy="300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txBody>
          <a:bodyPr anchor="ctr"/>
          <a:lstStyle/>
          <a:p>
            <a:pPr algn="ctr"/>
            <a:r>
              <a:rPr lang="en-US" sz="1400">
                <a:solidFill>
                  <a:schemeClr val="accent1"/>
                </a:solidFill>
                <a:latin typeface="Geist Mono"/>
              </a:rPr>
              <a:t>2</a:t>
            </a:r>
          </a:p>
        </p:txBody>
      </p:sp>
      <p:sp>
        <p:nvSpPr>
          <p:cNvPr id="14" name="Node 3"/>
          <p:cNvSpPr/>
          <p:nvPr/>
        </p:nvSpPr>
        <p:spPr>
          <a:xfrm>
            <a:off x="6604000" y="1960000"/>
            <a:ext cx="300000" cy="3000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1"/>
            </a:solidFill>
          </a:ln>
        </p:spPr>
        <p:txBody>
          <a:bodyPr anchor="ctr"/>
          <a:lstStyle/>
          <a:p>
            <a:pPr algn="ctr"/>
            <a:r>
              <a:rPr lang="en-US" sz="1400">
                <a:solidFill>
                  <a:schemeClr val="bg1"/>
                </a:solidFill>
                <a:latin typeface="Geist Mono"/>
              </a:rPr>
              <a:t>3</a:t>
            </a:r>
          </a:p>
        </p:txBody>
      </p:sp>
      <p:sp>
        <p:nvSpPr>
          <p:cNvPr id="15" name="Node 4"/>
          <p:cNvSpPr/>
          <p:nvPr/>
        </p:nvSpPr>
        <p:spPr>
          <a:xfrm>
            <a:off x="9664000" y="1960000"/>
            <a:ext cx="300000" cy="300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txBody>
          <a:bodyPr anchor="ctr"/>
          <a:lstStyle/>
          <a:p>
            <a:pPr algn="ctr"/>
            <a:r>
              <a:rPr lang="en-US" sz="1400">
                <a:solidFill>
                  <a:schemeClr val="accent1"/>
                </a:solidFill>
                <a:latin typeface="Geist Mono"/>
              </a:rPr>
              <a:t>4</a:t>
            </a:r>
          </a:p>
        </p:txBody>
      </p:sp>
      <p:sp>
        <p:nvSpPr>
          <p:cNvPr id="16" name="Slide number"/>
          <p:cNvSpPr>
            <a:spLocks noGrp="1"/>
          </p:cNvSpPr>
          <p:nvPr>
            <p:ph type="sldNum" idx="24"/>
          </p:nvPr>
        </p:nvSpPr>
        <p:spPr>
          <a:xfrm>
            <a:off x="10300000" y="6330000"/>
            <a:ext cx="1100000" cy="300000"/>
          </a:xfrm>
          <a:prstGeom prst="rect">
            <a:avLst/>
          </a:prstGeom>
        </p:spPr>
        <p:txBody>
          <a:bodyPr anchor="ctr" wrap="square">
            <a:normAutofit/>
          </a:bodyPr>
          <a:lstStyle>
            <a:lvl1pPr algn="r">
              <a:buNone/>
              <a:defRPr sz="1100">
                <a:solidFill>
                  <a:srgbClr val="6B7280"/>
                </a:solidFill>
                <a:latin typeface="Geist Mono"/>
              </a:defRPr>
            </a:lvl1pPr>
          </a:lstStyle>
          <a:p>
            <a:pPr algn="r">
              <a:buNone/>
            </a:pPr>
            <a:endParaRPr lang="en-US" sz="1100">
              <a:solidFill>
                <a:srgbClr val="6B7280"/>
              </a:solidFill>
              <a:latin typeface="Geist Mono"/>
            </a:endParaRPr>
          </a:p>
        </p:txBody>
      </p:sp>
      <p:pic>
        <p:nvPicPr>
          <p:cNvPr id="17" name="Brand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00" y="6340000"/>
            <a:ext cx="302000" cy="170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ertical 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"/>
          <p:cNvSpPr>
            <a:spLocks noGrp="1"/>
          </p:cNvSpPr>
          <p:nvPr>
            <p:ph type="title"/>
          </p:nvPr>
        </p:nvSpPr>
        <p:spPr>
          <a:xfrm>
            <a:off x="760000" y="560000"/>
            <a:ext cx="10672000" cy="10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320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3200">
              <a:solidFill>
                <a:schemeClr val="tx1"/>
              </a:solidFill>
              <a:latin typeface="+mn-lt"/>
            </a:endParaRPr>
          </a:p>
        </p:txBody>
      </p:sp>
      <p:sp>
        <p:nvSpPr>
          <p:cNvPr id="52" name="Step 1 (right)"/>
          <p:cNvSpPr>
            <a:spLocks noGrp="1"/>
          </p:cNvSpPr>
          <p:nvPr>
            <p:ph type="body" idx="1"/>
          </p:nvPr>
        </p:nvSpPr>
        <p:spPr>
          <a:xfrm>
            <a:off x="6600000" y="1850000"/>
            <a:ext cx="4400000" cy="9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500">
                <a:solidFill>
                  <a:srgbClr val="444C5C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1500">
              <a:solidFill>
                <a:srgbClr val="444C5C"/>
              </a:solidFill>
              <a:latin typeface="+mn-lt"/>
            </a:endParaRPr>
          </a:p>
        </p:txBody>
      </p:sp>
      <p:sp>
        <p:nvSpPr>
          <p:cNvPr id="53" name="Step 2 (left)"/>
          <p:cNvSpPr>
            <a:spLocks noGrp="1"/>
          </p:cNvSpPr>
          <p:nvPr>
            <p:ph type="body" idx="2"/>
          </p:nvPr>
        </p:nvSpPr>
        <p:spPr>
          <a:xfrm>
            <a:off x="1100000" y="2900000"/>
            <a:ext cx="4400000" cy="9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 algn="r">
              <a:buNone/>
              <a:defRPr sz="1500">
                <a:solidFill>
                  <a:srgbClr val="444C5C"/>
                </a:solidFill>
                <a:latin typeface="+mn-lt"/>
              </a:defRPr>
            </a:lvl1pPr>
          </a:lstStyle>
          <a:p>
            <a:pPr algn="r">
              <a:buNone/>
            </a:pPr>
            <a:endParaRPr lang="en-US" sz="1500">
              <a:solidFill>
                <a:srgbClr val="444C5C"/>
              </a:solidFill>
              <a:latin typeface="+mn-lt"/>
            </a:endParaRPr>
          </a:p>
        </p:txBody>
      </p:sp>
      <p:sp>
        <p:nvSpPr>
          <p:cNvPr id="54" name="Step 3 (right)"/>
          <p:cNvSpPr>
            <a:spLocks noGrp="1"/>
          </p:cNvSpPr>
          <p:nvPr>
            <p:ph type="body" idx="3"/>
          </p:nvPr>
        </p:nvSpPr>
        <p:spPr>
          <a:xfrm>
            <a:off x="6600000" y="3950000"/>
            <a:ext cx="4400000" cy="9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500">
                <a:solidFill>
                  <a:srgbClr val="444C5C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1500">
              <a:solidFill>
                <a:srgbClr val="444C5C"/>
              </a:solidFill>
              <a:latin typeface="+mn-lt"/>
            </a:endParaRPr>
          </a:p>
        </p:txBody>
      </p:sp>
      <p:sp>
        <p:nvSpPr>
          <p:cNvPr id="55" name="Step 4 (left)"/>
          <p:cNvSpPr>
            <a:spLocks noGrp="1"/>
          </p:cNvSpPr>
          <p:nvPr>
            <p:ph type="body" idx="4"/>
          </p:nvPr>
        </p:nvSpPr>
        <p:spPr>
          <a:xfrm>
            <a:off x="1100000" y="5000000"/>
            <a:ext cx="4400000" cy="9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 algn="r">
              <a:buNone/>
              <a:defRPr sz="1500">
                <a:solidFill>
                  <a:srgbClr val="444C5C"/>
                </a:solidFill>
                <a:latin typeface="+mn-lt"/>
              </a:defRPr>
            </a:lvl1pPr>
          </a:lstStyle>
          <a:p>
            <a:pPr algn="r">
              <a:buNone/>
            </a:pPr>
            <a:endParaRPr lang="en-US" sz="1500">
              <a:solidFill>
                <a:srgbClr val="444C5C"/>
              </a:solidFill>
              <a:latin typeface="+mn-lt"/>
            </a:endParaRPr>
          </a:p>
        </p:txBody>
      </p:sp>
      <p:sp>
        <p:nvSpPr>
          <p:cNvPr id="11" name="Line"/>
          <p:cNvSpPr/>
          <p:nvPr/>
        </p:nvSpPr>
        <p:spPr>
          <a:xfrm>
            <a:off x="6081000" y="2050000"/>
            <a:ext cx="30000" cy="3700000"/>
          </a:xfrm>
          <a:prstGeom prst="rect">
            <a:avLst/>
          </a:prstGeom>
          <a:solidFill>
            <a:srgbClr val="D8DEE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de 1"/>
          <p:cNvSpPr/>
          <p:nvPr/>
        </p:nvSpPr>
        <p:spPr>
          <a:xfrm>
            <a:off x="5906000" y="1960000"/>
            <a:ext cx="380000" cy="380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txBody>
          <a:bodyPr anchor="ctr"/>
          <a:lstStyle/>
          <a:p>
            <a:pPr algn="ctr"/>
            <a:r>
              <a:rPr lang="en-US" sz="1400">
                <a:solidFill>
                  <a:schemeClr val="accent1"/>
                </a:solidFill>
                <a:latin typeface="Geist Mono"/>
              </a:rPr>
              <a:t>1</a:t>
            </a:r>
          </a:p>
        </p:txBody>
      </p:sp>
      <p:sp>
        <p:nvSpPr>
          <p:cNvPr id="13" name="Node 2"/>
          <p:cNvSpPr/>
          <p:nvPr/>
        </p:nvSpPr>
        <p:spPr>
          <a:xfrm>
            <a:off x="5906000" y="3010000"/>
            <a:ext cx="380000" cy="380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txBody>
          <a:bodyPr anchor="ctr"/>
          <a:lstStyle/>
          <a:p>
            <a:pPr algn="ctr"/>
            <a:r>
              <a:rPr lang="en-US" sz="1400">
                <a:solidFill>
                  <a:schemeClr val="accent1"/>
                </a:solidFill>
                <a:latin typeface="Geist Mono"/>
              </a:rPr>
              <a:t>2</a:t>
            </a:r>
          </a:p>
        </p:txBody>
      </p:sp>
      <p:sp>
        <p:nvSpPr>
          <p:cNvPr id="14" name="Node 3"/>
          <p:cNvSpPr/>
          <p:nvPr/>
        </p:nvSpPr>
        <p:spPr>
          <a:xfrm>
            <a:off x="5906000" y="4060000"/>
            <a:ext cx="380000" cy="3800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1"/>
            </a:solidFill>
          </a:ln>
        </p:spPr>
        <p:txBody>
          <a:bodyPr anchor="ctr"/>
          <a:lstStyle/>
          <a:p>
            <a:pPr algn="ctr"/>
            <a:r>
              <a:rPr lang="en-US" sz="1400">
                <a:solidFill>
                  <a:schemeClr val="bg1"/>
                </a:solidFill>
                <a:latin typeface="Geist Mono"/>
              </a:rPr>
              <a:t>3</a:t>
            </a:r>
          </a:p>
        </p:txBody>
      </p:sp>
      <p:sp>
        <p:nvSpPr>
          <p:cNvPr id="15" name="Node 4"/>
          <p:cNvSpPr/>
          <p:nvPr/>
        </p:nvSpPr>
        <p:spPr>
          <a:xfrm>
            <a:off x="5906000" y="5110000"/>
            <a:ext cx="380000" cy="380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txBody>
          <a:bodyPr anchor="ctr"/>
          <a:lstStyle/>
          <a:p>
            <a:pPr algn="ctr"/>
            <a:r>
              <a:rPr lang="en-US" sz="1400">
                <a:solidFill>
                  <a:schemeClr val="accent1"/>
                </a:solidFill>
                <a:latin typeface="Geist Mono"/>
              </a:rPr>
              <a:t>4</a:t>
            </a:r>
          </a:p>
        </p:txBody>
      </p:sp>
      <p:sp>
        <p:nvSpPr>
          <p:cNvPr id="16" name="Slide number"/>
          <p:cNvSpPr>
            <a:spLocks noGrp="1"/>
          </p:cNvSpPr>
          <p:nvPr>
            <p:ph type="sldNum" idx="24"/>
          </p:nvPr>
        </p:nvSpPr>
        <p:spPr>
          <a:xfrm>
            <a:off x="10300000" y="6330000"/>
            <a:ext cx="1100000" cy="300000"/>
          </a:xfrm>
          <a:prstGeom prst="rect">
            <a:avLst/>
          </a:prstGeom>
        </p:spPr>
        <p:txBody>
          <a:bodyPr anchor="ctr" wrap="square">
            <a:normAutofit/>
          </a:bodyPr>
          <a:lstStyle>
            <a:lvl1pPr algn="r">
              <a:buNone/>
              <a:defRPr sz="1100">
                <a:solidFill>
                  <a:srgbClr val="6B7280"/>
                </a:solidFill>
                <a:latin typeface="Geist Mono"/>
              </a:defRPr>
            </a:lvl1pPr>
          </a:lstStyle>
          <a:p>
            <a:pPr algn="r">
              <a:buNone/>
            </a:pPr>
            <a:endParaRPr lang="en-US" sz="1100">
              <a:solidFill>
                <a:srgbClr val="6B7280"/>
              </a:solidFill>
              <a:latin typeface="Geist Mono"/>
            </a:endParaRPr>
          </a:p>
        </p:txBody>
      </p:sp>
      <p:pic>
        <p:nvPicPr>
          <p:cNvPr id="17" name="Brand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00" y="6340000"/>
            <a:ext cx="302000" cy="170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Metrics /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"/>
          <p:cNvSpPr>
            <a:spLocks noGrp="1"/>
          </p:cNvSpPr>
          <p:nvPr>
            <p:ph type="title"/>
          </p:nvPr>
        </p:nvSpPr>
        <p:spPr>
          <a:xfrm>
            <a:off x="760000" y="560000"/>
            <a:ext cx="10672000" cy="10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320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3200">
              <a:solidFill>
                <a:schemeClr val="tx1"/>
              </a:solidFill>
              <a:latin typeface="+mn-lt"/>
            </a:endParaRPr>
          </a:p>
        </p:txBody>
      </p:sp>
      <p:sp>
        <p:nvSpPr>
          <p:cNvPr id="57" name="Metric 1"/>
          <p:cNvSpPr>
            <a:spLocks noGrp="1"/>
          </p:cNvSpPr>
          <p:nvPr>
            <p:ph type="body" idx="1"/>
          </p:nvPr>
        </p:nvSpPr>
        <p:spPr>
          <a:xfrm>
            <a:off x="760000" y="1900000"/>
            <a:ext cx="2580000" cy="18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3200">
                <a:solidFill>
                  <a:schemeClr val="tx1"/>
                </a:solidFill>
                <a:latin typeface="Geist Mono"/>
              </a:defRPr>
            </a:lvl1pPr>
          </a:lstStyle>
          <a:p>
            <a:pPr>
              <a:buNone/>
            </a:pPr>
            <a:endParaRPr lang="en-US" sz="3200">
              <a:solidFill>
                <a:schemeClr val="tx1"/>
              </a:solidFill>
              <a:latin typeface="Geist Mono"/>
            </a:endParaRPr>
          </a:p>
        </p:txBody>
      </p:sp>
      <p:sp>
        <p:nvSpPr>
          <p:cNvPr id="58" name="Metric 2"/>
          <p:cNvSpPr>
            <a:spLocks noGrp="1"/>
          </p:cNvSpPr>
          <p:nvPr>
            <p:ph type="body" idx="2"/>
          </p:nvPr>
        </p:nvSpPr>
        <p:spPr>
          <a:xfrm>
            <a:off x="3520000" y="1900000"/>
            <a:ext cx="2580000" cy="18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3200">
                <a:solidFill>
                  <a:schemeClr val="tx1"/>
                </a:solidFill>
                <a:latin typeface="Geist Mono"/>
              </a:defRPr>
            </a:lvl1pPr>
          </a:lstStyle>
          <a:p>
            <a:pPr>
              <a:buNone/>
            </a:pPr>
            <a:endParaRPr lang="en-US" sz="3200">
              <a:solidFill>
                <a:schemeClr val="tx1"/>
              </a:solidFill>
              <a:latin typeface="Geist Mono"/>
            </a:endParaRPr>
          </a:p>
        </p:txBody>
      </p:sp>
      <p:sp>
        <p:nvSpPr>
          <p:cNvPr id="59" name="Metric 3"/>
          <p:cNvSpPr>
            <a:spLocks noGrp="1"/>
          </p:cNvSpPr>
          <p:nvPr>
            <p:ph type="body" idx="3"/>
          </p:nvPr>
        </p:nvSpPr>
        <p:spPr>
          <a:xfrm>
            <a:off x="760000" y="3850000"/>
            <a:ext cx="2580000" cy="18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3200">
                <a:solidFill>
                  <a:schemeClr val="tx1"/>
                </a:solidFill>
                <a:latin typeface="Geist Mono"/>
              </a:defRPr>
            </a:lvl1pPr>
          </a:lstStyle>
          <a:p>
            <a:pPr>
              <a:buNone/>
            </a:pPr>
            <a:endParaRPr lang="en-US" sz="3200">
              <a:solidFill>
                <a:schemeClr val="tx1"/>
              </a:solidFill>
              <a:latin typeface="Geist Mono"/>
            </a:endParaRPr>
          </a:p>
        </p:txBody>
      </p:sp>
      <p:sp>
        <p:nvSpPr>
          <p:cNvPr id="60" name="Metric 4"/>
          <p:cNvSpPr>
            <a:spLocks noGrp="1"/>
          </p:cNvSpPr>
          <p:nvPr>
            <p:ph type="body" idx="4"/>
          </p:nvPr>
        </p:nvSpPr>
        <p:spPr>
          <a:xfrm>
            <a:off x="3520000" y="3850000"/>
            <a:ext cx="2580000" cy="18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3200">
                <a:solidFill>
                  <a:schemeClr val="tx1"/>
                </a:solidFill>
                <a:latin typeface="Geist Mono"/>
              </a:defRPr>
            </a:lvl1pPr>
          </a:lstStyle>
          <a:p>
            <a:pPr>
              <a:buNone/>
            </a:pPr>
            <a:endParaRPr lang="en-US" sz="3200">
              <a:solidFill>
                <a:schemeClr val="tx1"/>
              </a:solidFill>
              <a:latin typeface="Geist Mono"/>
            </a:endParaRPr>
          </a:p>
        </p:txBody>
      </p:sp>
      <p:sp>
        <p:nvSpPr>
          <p:cNvPr id="61" name="Chart"/>
          <p:cNvSpPr>
            <a:spLocks noGrp="1"/>
          </p:cNvSpPr>
          <p:nvPr>
            <p:ph type="pic" idx="5"/>
          </p:nvPr>
        </p:nvSpPr>
        <p:spPr>
          <a:xfrm>
            <a:off x="6500000" y="1900000"/>
            <a:ext cx="4932000" cy="3750000"/>
          </a:xfrm>
          <a:prstGeom prst="rect">
            <a:avLst/>
          </a:prstGeom>
          <a:solidFill>
            <a:srgbClr val="F2F2F2"/>
          </a:solidFill>
          <a:ln>
            <a:solidFill>
              <a:srgbClr val="D8DE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"/>
          <p:cNvSpPr>
            <a:spLocks noGrp="1"/>
          </p:cNvSpPr>
          <p:nvPr>
            <p:ph type="sldNum" idx="24"/>
          </p:nvPr>
        </p:nvSpPr>
        <p:spPr>
          <a:xfrm>
            <a:off x="10300000" y="6330000"/>
            <a:ext cx="1100000" cy="300000"/>
          </a:xfrm>
          <a:prstGeom prst="rect">
            <a:avLst/>
          </a:prstGeom>
        </p:spPr>
        <p:txBody>
          <a:bodyPr anchor="ctr" wrap="square">
            <a:normAutofit/>
          </a:bodyPr>
          <a:lstStyle>
            <a:lvl1pPr algn="r">
              <a:buNone/>
              <a:defRPr sz="1100">
                <a:solidFill>
                  <a:srgbClr val="6B7280"/>
                </a:solidFill>
                <a:latin typeface="Geist Mono"/>
              </a:defRPr>
            </a:lvl1pPr>
          </a:lstStyle>
          <a:p>
            <a:pPr algn="r">
              <a:buNone/>
            </a:pPr>
            <a:endParaRPr lang="en-US" sz="1100">
              <a:solidFill>
                <a:srgbClr val="6B7280"/>
              </a:solidFill>
              <a:latin typeface="Geist Mono"/>
            </a:endParaRPr>
          </a:p>
        </p:txBody>
      </p:sp>
      <p:pic>
        <p:nvPicPr>
          <p:cNvPr id="12" name="Brand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00" y="6340000"/>
            <a:ext cx="302000" cy="170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mo (SQL → tabl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>
            <a:spLocks noGrp="1"/>
          </p:cNvSpPr>
          <p:nvPr>
            <p:ph type="sldNum" idx="24"/>
          </p:nvPr>
        </p:nvSpPr>
        <p:spPr>
          <a:xfrm>
            <a:off x="10300000" y="6330000"/>
            <a:ext cx="1100000" cy="300000"/>
          </a:xfrm>
          <a:prstGeom prst="rect">
            <a:avLst/>
          </a:prstGeom>
        </p:spPr>
        <p:txBody>
          <a:bodyPr anchor="ctr" wrap="square">
            <a:normAutofit/>
          </a:bodyPr>
          <a:lstStyle>
            <a:lvl1pPr algn="r">
              <a:buNone/>
              <a:defRPr sz="1100">
                <a:solidFill>
                  <a:srgbClr val="6B7280"/>
                </a:solidFill>
                <a:latin typeface="Geist Mono"/>
              </a:defRPr>
            </a:lvl1pPr>
          </a:lstStyle>
          <a:p>
            <a:pPr algn="r">
              <a:buNone/>
            </a:pPr>
            <a:endParaRPr lang="en-US" sz="1100">
              <a:solidFill>
                <a:srgbClr val="6B7280"/>
              </a:solidFill>
              <a:latin typeface="Geist Mono"/>
            </a:endParaRPr>
          </a:p>
        </p:txBody>
      </p:sp>
      <p:pic>
        <p:nvPicPr>
          <p:cNvPr id="12" name="Brand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00" y="6340000"/>
            <a:ext cx="302000" cy="170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Eyebrow"/>
          <p:cNvSpPr>
            <a:spLocks noGrp="1"/>
          </p:cNvSpPr>
          <p:nvPr>
            <p:ph type="body" idx="10"/>
          </p:nvPr>
        </p:nvSpPr>
        <p:spPr>
          <a:xfrm>
            <a:off x="760000" y="1700000"/>
            <a:ext cx="10672000" cy="4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400" spc="300">
                <a:solidFill>
                  <a:schemeClr val="accent1"/>
                </a:solidFill>
                <a:latin typeface="Geist Mono"/>
              </a:defRPr>
            </a:lvl1pPr>
          </a:lstStyle>
          <a:p>
            <a:pPr>
              <a:buNone/>
            </a:pPr>
            <a:endParaRPr lang="en-US" sz="1400" spc="300">
              <a:solidFill>
                <a:schemeClr val="accent1"/>
              </a:solidFill>
              <a:latin typeface="Geist Mono"/>
            </a:endParaRPr>
          </a:p>
        </p:txBody>
      </p:sp>
      <p:sp>
        <p:nvSpPr>
          <p:cNvPr id="63" name="Question prompt"/>
          <p:cNvSpPr>
            <a:spLocks noGrp="1"/>
          </p:cNvSpPr>
          <p:nvPr>
            <p:ph type="title"/>
          </p:nvPr>
        </p:nvSpPr>
        <p:spPr>
          <a:xfrm>
            <a:off x="760000" y="2300000"/>
            <a:ext cx="10672000" cy="18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720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buNone/>
            </a:pPr>
            <a:endParaRPr lang="en-US" sz="7200">
              <a:solidFill>
                <a:schemeClr val="tx1"/>
              </a:solidFill>
              <a:latin typeface="+mn-lt"/>
            </a:endParaRPr>
          </a:p>
        </p:txBody>
      </p:sp>
      <p:sp>
        <p:nvSpPr>
          <p:cNvPr id="64" name="Contact"/>
          <p:cNvSpPr>
            <a:spLocks noGrp="1"/>
          </p:cNvSpPr>
          <p:nvPr>
            <p:ph type="body" idx="1"/>
          </p:nvPr>
        </p:nvSpPr>
        <p:spPr>
          <a:xfrm>
            <a:off x="760000" y="5350000"/>
            <a:ext cx="9000000" cy="600000"/>
          </a:xfrm>
          <a:prstGeom prst="rect">
            <a:avLst/>
          </a:prstGeom>
        </p:spPr>
        <p:txBody>
          <a:bodyPr anchor="t" wrap="square">
            <a:normAutofit/>
          </a:bodyPr>
          <a:lstStyle>
            <a:lvl1pPr>
              <a:buNone/>
              <a:defRPr sz="1700">
                <a:solidFill>
                  <a:srgbClr val="6B7280"/>
                </a:solidFill>
                <a:latin typeface="Geist Mono"/>
              </a:defRPr>
            </a:lvl1pPr>
          </a:lstStyle>
          <a:p>
            <a:pPr>
              <a:buNone/>
            </a:pPr>
            <a:endParaRPr lang="en-US" sz="1700">
              <a:solidFill>
                <a:srgbClr val="6B7280"/>
              </a:solidFill>
              <a:latin typeface="Geist Mono"/>
            </a:endParaRPr>
          </a:p>
        </p:txBody>
      </p:sp>
      <p:pic>
        <p:nvPicPr>
          <p:cNvPr id="11" name="Brand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00" y="6120000"/>
            <a:ext cx="480000" cy="328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hank you (SQL → tabl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>
            <a:spLocks noGrp="1"/>
          </p:cNvSpPr>
          <p:nvPr>
            <p:ph type="sldNum" idx="24"/>
          </p:nvPr>
        </p:nvSpPr>
        <p:spPr>
          <a:xfrm>
            <a:off x="10300000" y="6330000"/>
            <a:ext cx="1100000" cy="300000"/>
          </a:xfrm>
          <a:prstGeom prst="rect">
            <a:avLst/>
          </a:prstGeom>
        </p:spPr>
        <p:txBody>
          <a:bodyPr anchor="ctr" wrap="square">
            <a:normAutofit/>
          </a:bodyPr>
          <a:lstStyle>
            <a:lvl1pPr algn="r">
              <a:buNone/>
              <a:defRPr sz="1100">
                <a:solidFill>
                  <a:srgbClr val="6B7280"/>
                </a:solidFill>
                <a:latin typeface="Geist Mono"/>
              </a:defRPr>
            </a:lvl1pPr>
          </a:lstStyle>
          <a:p>
            <a:pPr algn="r">
              <a:buNone/>
            </a:pPr>
            <a:endParaRPr lang="en-US" sz="1100">
              <a:solidFill>
                <a:srgbClr val="6B7280"/>
              </a:solidFill>
              <a:latin typeface="Geist Mono"/>
            </a:endParaRPr>
          </a:p>
        </p:txBody>
      </p:sp>
      <p:pic>
        <p:nvPicPr>
          <p:cNvPr id="12" name="Brand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00" y="6340000"/>
            <a:ext cx="302000" cy="170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>
            <a:spLocks noGrp="1"/>
          </p:cNvSpPr>
          <p:nvPr>
            <p:ph type="title"/>
          </p:nvPr>
        </p:nvSpPr>
        <p:spPr>
          <a:xfrm>
            <a:off x="760000" y="560000"/>
            <a:ext cx="10672000" cy="1100000"/>
          </a:xfrm>
          <a:prstGeom prst="rect">
            <a:avLst/>
          </a:prstGeom>
        </p:spPr>
        <p:txBody>
          <a:bodyPr anchor="t"/>
          <a:lstStyle/>
          <a:p>
            <a:endParaRPr lang="en-US"/>
          </a:p>
        </p:txBody>
      </p:sp>
      <p:sp>
        <p:nvSpPr>
          <p:cNvPr id="11" name="body1"/>
          <p:cNvSpPr>
            <a:spLocks noGrp="1"/>
          </p:cNvSpPr>
          <p:nvPr>
            <p:ph type="body" idx="1"/>
          </p:nvPr>
        </p:nvSpPr>
        <p:spPr>
          <a:xfrm>
            <a:off x="760000" y="1800000"/>
            <a:ext cx="10672000" cy="4200000"/>
          </a:xfrm>
          <a:prstGeom prst="rect">
            <a:avLst/>
          </a:prstGeom>
        </p:spPr>
        <p:txBody>
          <a:bodyPr anchor="t"/>
          <a:lstStyle/>
          <a:p>
            <a:endParaRPr lang="en-US"/>
          </a:p>
        </p:txBody>
      </p:sp>
      <p:sp>
        <p:nvSpPr>
          <p:cNvPr id="12" name="dt2"/>
          <p:cNvSpPr>
            <a:spLocks noGrp="1"/>
          </p:cNvSpPr>
          <p:nvPr>
            <p:ph type="dt" idx="2"/>
          </p:nvPr>
        </p:nvSpPr>
        <p:spPr>
          <a:xfrm>
            <a:off x="760000" y="6280000"/>
            <a:ext cx="3000000" cy="360000"/>
          </a:xfrm>
          <a:prstGeom prst="rect">
            <a:avLst/>
          </a:prstGeom>
        </p:spPr>
        <p:txBody>
          <a:bodyPr anchor="t"/>
          <a:lstStyle/>
          <a:p>
            <a:endParaRPr lang="en-US"/>
          </a:p>
        </p:txBody>
      </p:sp>
      <p:sp>
        <p:nvSpPr>
          <p:cNvPr id="13" name="ftr3"/>
          <p:cNvSpPr>
            <a:spLocks noGrp="1"/>
          </p:cNvSpPr>
          <p:nvPr>
            <p:ph type="ftr" idx="3"/>
          </p:nvPr>
        </p:nvSpPr>
        <p:spPr>
          <a:xfrm>
            <a:off x="4360000" y="6280000"/>
            <a:ext cx="3400000" cy="360000"/>
          </a:xfrm>
          <a:prstGeom prst="rect">
            <a:avLst/>
          </a:prstGeom>
        </p:spPr>
        <p:txBody>
          <a:bodyPr anchor="t"/>
          <a:lstStyle/>
          <a:p>
            <a:endParaRPr lang="en-US"/>
          </a:p>
        </p:txBody>
      </p:sp>
      <p:sp>
        <p:nvSpPr>
          <p:cNvPr id="14" name="sldNum4"/>
          <p:cNvSpPr>
            <a:spLocks noGrp="1"/>
          </p:cNvSpPr>
          <p:nvPr>
            <p:ph type="sldNum" idx="4"/>
          </p:nvPr>
        </p:nvSpPr>
        <p:spPr>
          <a:xfrm>
            <a:off x="9400000" y="6280000"/>
            <a:ext cx="2000000" cy="360000"/>
          </a:xfrm>
          <a:prstGeom prst="rect">
            <a:avLst/>
          </a:prstGeom>
        </p:spPr>
        <p:txBody>
          <a:bodyPr anchor="t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txStyles>
    <p:titleStyle>
      <a:lvl1pPr algn="l">
        <a:defRPr sz="3600" b="0">
          <a:solidFill>
            <a:schemeClr val="tx1"/>
          </a:solidFill>
          <a:latin typeface="+mj-lt"/>
        </a:defRPr>
      </a:lvl1pPr>
    </p:titleStyle>
    <p:bodyStyle>
      <a:lvl1pPr marL="0" indent="-274320" algn="l">
        <a:buFont typeface="Arial"/>
        <a:buChar char="•"/>
        <a:defRPr sz="2000">
          <a:solidFill>
            <a:schemeClr val="tx1"/>
          </a:solidFill>
          <a:latin typeface="+mn-lt"/>
        </a:defRPr>
      </a:lvl1pPr>
      <a:lvl2pPr marL="457200" indent="-274320" algn="l">
        <a:buFont typeface="Arial"/>
        <a:buChar char="•"/>
        <a:defRPr sz="1800">
          <a:solidFill>
            <a:schemeClr val="tx1"/>
          </a:solidFill>
          <a:latin typeface="+mn-lt"/>
        </a:defRPr>
      </a:lvl2pPr>
      <a:lvl3pPr marL="914400" indent="-274320" algn="l">
        <a:buFont typeface="Arial"/>
        <a:buChar char="•"/>
        <a:defRPr sz="1600">
          <a:solidFill>
            <a:schemeClr val="tx1"/>
          </a:solidFill>
          <a:latin typeface="+mn-lt"/>
        </a:defRPr>
      </a:lvl3pPr>
      <a:lvl4pPr marL="1371600" indent="-274320" algn="l">
        <a:buFont typeface="Arial"/>
        <a:buChar char="•"/>
        <a:defRPr sz="1400">
          <a:solidFill>
            <a:schemeClr val="tx1"/>
          </a:solidFill>
          <a:latin typeface="+mn-lt"/>
        </a:defRPr>
      </a:lvl4pPr>
    </p:bodyStyle>
    <p:otherStyle>
      <a:defPPr>
        <a:defRPr lang="en-US"/>
      </a:defPPr>
      <a:lvl1pPr>
        <a:defRPr sz="1400">
          <a:solidFill>
            <a:schemeClr val="tx1"/>
          </a:solidFill>
          <a:latin typeface="+mn-lt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mark-dark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mark-dark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11"/>
          <p:cNvSpPr>
            <a:spLocks noGrp="1"/>
          </p:cNvSpPr>
          <p:nvPr>
            <p:ph type="body" idx="10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400" spc="300">
                <a:solidFill>
                  <a:schemeClr val="accent1"/>
                </a:solidFill>
                <a:latin typeface="Geist Mono"/>
              </a:rPr>
              <a:t>[ Eyebrow / category ]</a:t>
            </a:r>
          </a:p>
        </p:txBody>
      </p:sp>
      <p:sp>
        <p:nvSpPr>
          <p:cNvPr id="12" name="t12"/>
          <p:cNvSpPr>
            <a:spLocks noGrp="1"/>
          </p:cNvSpPr>
          <p:nvPr>
            <p:ph type="ctrTitle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6000">
                <a:solidFill>
                  <a:schemeClr val="tx1"/>
                </a:solidFill>
                <a:latin typeface="+mn-lt"/>
              </a:rPr>
              <a:t>[Presentation title goes here in one or two lines]</a:t>
            </a:r>
          </a:p>
        </p:txBody>
      </p:sp>
      <p:sp>
        <p:nvSpPr>
          <p:cNvPr id="13" name="t13"/>
          <p:cNvSpPr>
            <a:spLocks noGrp="1"/>
          </p:cNvSpPr>
          <p:nvPr>
            <p:ph type="subTitle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2000">
                <a:solidFill>
                  <a:srgbClr val="444C5C"/>
                </a:solidFill>
                <a:latin typeface="+mn-lt"/>
              </a:rPr>
              <a:t>[Supporting subtitle — one sentence on the value proposition.]</a:t>
            </a:r>
          </a:p>
        </p:txBody>
      </p:sp>
      <p:sp>
        <p:nvSpPr>
          <p:cNvPr id="14" name="t14"/>
          <p:cNvSpPr>
            <a:spLocks noGrp="1"/>
          </p:cNvSpPr>
          <p:nvPr>
            <p:ph idx="20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100" spc="200">
                <a:solidFill>
                  <a:srgbClr val="6B7280"/>
                </a:solidFill>
                <a:latin typeface="Geist Mono"/>
              </a:rPr>
              <a:t>PRESENTED BY</a:t>
            </a:r>
          </a:p>
          <a:p>
            <a:pPr>
              <a:buNone/>
            </a:pPr>
            <a:r>
              <a:rPr lang="en-US" sz="1800">
                <a:solidFill>
                  <a:schemeClr val="tx1"/>
                </a:solidFill>
                <a:latin typeface="+mn-lt"/>
              </a:rPr>
              <a:t>[Presenter name]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15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3600">
                <a:solidFill>
                  <a:schemeClr val="tx1"/>
                </a:solidFill>
                <a:latin typeface="+mn-lt"/>
              </a:rPr>
              <a:t>[What we'll cover today]</a:t>
            </a:r>
          </a:p>
        </p:txBody>
      </p:sp>
      <p:sp>
        <p:nvSpPr>
          <p:cNvPr id="16" name="t16"/>
          <p:cNvSpPr>
            <a:spLocks noGrp="1"/>
          </p:cNvSpPr>
          <p:nvPr>
            <p:ph type="body" idx="1"/>
          </p:nvPr>
        </p:nvSpPr>
        <p:spPr/>
        <p:txBody>
          <a:bodyPr anchor="t">
            <a:normAutofit/>
          </a:bodyPr>
          <a:lstStyle/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[Agenda item one]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[Agenda item two]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[Agenda item three]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[Agenda item four]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17"/>
          <p:cNvSpPr>
            <a:spLocks noGrp="1"/>
          </p:cNvSpPr>
          <p:nvPr>
            <p:ph type="body" idx="10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1000">
                <a:solidFill>
                  <a:schemeClr val="accent1"/>
                </a:solidFill>
                <a:latin typeface="Geist Mono"/>
              </a:rPr>
              <a:t>01</a:t>
            </a:r>
          </a:p>
        </p:txBody>
      </p:sp>
      <p:sp>
        <p:nvSpPr>
          <p:cNvPr id="18" name="t18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5400">
                <a:solidFill>
                  <a:schemeClr val="tx1"/>
                </a:solidFill>
                <a:latin typeface="+mn-lt"/>
              </a:rPr>
              <a:t>[Section title]</a:t>
            </a:r>
          </a:p>
        </p:txBody>
      </p:sp>
      <p:sp>
        <p:nvSpPr>
          <p:cNvPr id="19" name="t19"/>
          <p:cNvSpPr>
            <a:spLocks noGrp="1"/>
          </p:cNvSpPr>
          <p:nvPr>
            <p:ph type="body" idx="1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2000">
                <a:solidFill>
                  <a:srgbClr val="444C5C"/>
                </a:solidFill>
                <a:latin typeface="+mn-lt"/>
              </a:rPr>
              <a:t>[One line framing what this section is about and why it matters.]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20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3200">
                <a:solidFill>
                  <a:schemeClr val="tx1"/>
                </a:solidFill>
                <a:latin typeface="+mn-lt"/>
              </a:rPr>
              <a:t>[Headline for this content slide]</a:t>
            </a:r>
          </a:p>
        </p:txBody>
      </p:sp>
      <p:sp>
        <p:nvSpPr>
          <p:cNvPr id="21" name="t21"/>
          <p:cNvSpPr>
            <a:spLocks noGrp="1"/>
          </p:cNvSpPr>
          <p:nvPr>
            <p:ph type="body" idx="1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800">
                <a:solidFill>
                  <a:srgbClr val="444C5C"/>
                </a:solidFill>
                <a:latin typeface="+mn-lt"/>
              </a:rPr>
              <a:t>[Lead paragraph. Use this layout when the argument needs prose — context, a claim, the reasoning behind it.]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[Supporting point one]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[Supporting point two]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[Supporting point three]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22"/>
          <p:cNvSpPr>
            <a:spLocks noGrp="1"/>
          </p:cNvSpPr>
          <p:nvPr>
            <p:ph type="body" idx="10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400" spc="300">
                <a:solidFill>
                  <a:schemeClr val="accent1"/>
                </a:solidFill>
                <a:latin typeface="Geist Mono"/>
              </a:rPr>
              <a:t>[ Eyebrow ]</a:t>
            </a:r>
          </a:p>
        </p:txBody>
      </p:sp>
      <p:sp>
        <p:nvSpPr>
          <p:cNvPr id="23" name="t23"/>
          <p:cNvSpPr>
            <a:spLocks noGrp="1"/>
          </p:cNvSpPr>
          <p:nvPr>
            <p:ph type="body" idx="1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900">
                <a:solidFill>
                  <a:schemeClr val="tx1"/>
                </a:solidFill>
                <a:latin typeface="+mn-lt"/>
              </a:rPr>
              <a:t>[A short caption or framing statement that explains what the image shows and why it's here.]</a:t>
            </a:r>
          </a:p>
        </p:txBody>
      </p:sp>
      <p:sp>
        <p:nvSpPr>
          <p:cNvPr id="24" name="t24"/>
          <p:cNvSpPr>
            <a:spLocks noGrp="1"/>
          </p:cNvSpPr>
          <p:nvPr>
            <p:ph type="body" idx="11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200">
                <a:solidFill>
                  <a:srgbClr val="6B7280"/>
                </a:solidFill>
                <a:latin typeface="Geist Mono"/>
              </a:rPr>
              <a:t>[Source / credit]</a:t>
            </a:r>
          </a:p>
          <a:p>
            <a:pPr>
              <a:buNone/>
            </a:pPr>
            <a:r>
              <a:rPr lang="en-US" sz="1200">
                <a:solidFill>
                  <a:srgbClr val="6B7280"/>
                </a:solidFill>
                <a:latin typeface="Geist Mono"/>
              </a:rPr>
              <a:t>[Photographer · Location · 2026]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25"/>
          <p:cNvSpPr>
            <a:spLocks noGrp="1"/>
          </p:cNvSpPr>
          <p:nvPr>
            <p:ph type="body" idx="10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400" spc="300">
                <a:solidFill>
                  <a:schemeClr val="accent1"/>
                </a:solidFill>
                <a:latin typeface="Geist Mono"/>
              </a:rPr>
              <a:t>[ Eyebrow ]</a:t>
            </a:r>
          </a:p>
        </p:txBody>
      </p:sp>
      <p:sp>
        <p:nvSpPr>
          <p:cNvPr id="26" name="t26"/>
          <p:cNvSpPr>
            <a:spLocks noGrp="1"/>
          </p:cNvSpPr>
          <p:nvPr>
            <p:ph type="body" idx="1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900">
                <a:solidFill>
                  <a:schemeClr val="tx1"/>
                </a:solidFill>
                <a:latin typeface="+mn-lt"/>
              </a:rPr>
              <a:t>[A caption describing the image — what it shows and why it matters to the story.]</a:t>
            </a:r>
          </a:p>
        </p:txBody>
      </p:sp>
      <p:sp>
        <p:nvSpPr>
          <p:cNvPr id="27" name="t27"/>
          <p:cNvSpPr>
            <a:spLocks noGrp="1"/>
          </p:cNvSpPr>
          <p:nvPr>
            <p:ph type="body" idx="11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200">
                <a:solidFill>
                  <a:srgbClr val="6B7280"/>
                </a:solidFill>
                <a:latin typeface="Geist Mono"/>
              </a:rPr>
              <a:t>[Source / credit] · [Photographer · Location · 2026]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28"/>
          <p:cNvSpPr>
            <a:spLocks noGrp="1"/>
          </p:cNvSpPr>
          <p:nvPr>
            <p:ph type="body" idx="10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400" spc="300">
                <a:solidFill>
                  <a:schemeClr val="accent1"/>
                </a:solidFill>
                <a:latin typeface="Geist Mono"/>
              </a:rPr>
              <a:t>[ Eyebrow ]</a:t>
            </a:r>
          </a:p>
        </p:txBody>
      </p:sp>
      <p:sp>
        <p:nvSpPr>
          <p:cNvPr id="29" name="t29"/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pPr>
              <a:buNone/>
            </a:pPr>
            <a:r>
              <a:rPr lang="en-US" sz="4000">
                <a:solidFill>
                  <a:schemeClr val="tx1"/>
                </a:solidFill>
                <a:latin typeface="+mn-lt"/>
              </a:rPr>
              <a:t>[A single strong statement carries this slide. Keep the most important idea front and center.]</a:t>
            </a:r>
          </a:p>
        </p:txBody>
      </p:sp>
      <p:sp>
        <p:nvSpPr>
          <p:cNvPr id="30" name="t30"/>
          <p:cNvSpPr>
            <a:spLocks noGrp="1"/>
          </p:cNvSpPr>
          <p:nvPr>
            <p:ph type="body" idx="1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600">
                <a:solidFill>
                  <a:srgbClr val="444C5C"/>
                </a:solidFill>
                <a:latin typeface="+mn-lt"/>
              </a:rPr>
              <a:t>[Supporting detail or proof point for the statement above.]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31"/>
          <p:cNvSpPr>
            <a:spLocks noGrp="1"/>
          </p:cNvSpPr>
          <p:nvPr>
            <p:ph type="body" idx="1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3200">
                <a:solidFill>
                  <a:schemeClr val="tx1"/>
                </a:solidFill>
                <a:latin typeface="+mn-lt"/>
              </a:rPr>
              <a:t>“[A customer quote or testimonial goes here. Keep it to one or two sentences.]”</a:t>
            </a:r>
          </a:p>
        </p:txBody>
      </p:sp>
      <p:sp>
        <p:nvSpPr>
          <p:cNvPr id="32" name="t32"/>
          <p:cNvSpPr>
            <a:spLocks noGrp="1"/>
          </p:cNvSpPr>
          <p:nvPr>
            <p:ph type="body" idx="11"/>
          </p:nvPr>
        </p:nvSpPr>
        <p:spPr/>
        <p:txBody>
          <a:bodyPr anchor="b">
            <a:normAutofit/>
          </a:bodyPr>
          <a:lstStyle/>
          <a:p>
            <a:pPr>
              <a:buNone/>
            </a:pPr>
            <a:r>
              <a:rPr lang="en-US" sz="1900">
                <a:solidFill>
                  <a:schemeClr val="tx1"/>
                </a:solidFill>
                <a:latin typeface="+mn-lt"/>
              </a:rPr>
              <a:t>[Full name]</a:t>
            </a:r>
          </a:p>
        </p:txBody>
      </p:sp>
      <p:sp>
        <p:nvSpPr>
          <p:cNvPr id="33" name="t33"/>
          <p:cNvSpPr>
            <a:spLocks noGrp="1"/>
          </p:cNvSpPr>
          <p:nvPr>
            <p:ph type="body" idx="12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500">
                <a:solidFill>
                  <a:srgbClr val="6B7280"/>
                </a:solidFill>
                <a:latin typeface="Geist Mono"/>
              </a:rPr>
              <a:t>[Role · Company]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34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3200">
                <a:solidFill>
                  <a:schemeClr val="tx1"/>
                </a:solidFill>
                <a:latin typeface="+mn-lt"/>
              </a:rPr>
              <a:t>[Two-column comparison or detail]</a:t>
            </a:r>
          </a:p>
        </p:txBody>
      </p:sp>
      <p:sp>
        <p:nvSpPr>
          <p:cNvPr id="35" name="t35"/>
          <p:cNvSpPr>
            <a:spLocks noGrp="1"/>
          </p:cNvSpPr>
          <p:nvPr>
            <p:ph type="body" idx="1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800">
                <a:solidFill>
                  <a:schemeClr val="tx1"/>
                </a:solidFill>
                <a:latin typeface="+mn-lt"/>
              </a:rPr>
              <a:t>[Left heading]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[Point]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[Point]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[Point]</a:t>
            </a:r>
          </a:p>
        </p:txBody>
      </p:sp>
      <p:sp>
        <p:nvSpPr>
          <p:cNvPr id="36" name="t36"/>
          <p:cNvSpPr>
            <a:spLocks noGrp="1"/>
          </p:cNvSpPr>
          <p:nvPr>
            <p:ph type="body" idx="2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800">
                <a:solidFill>
                  <a:schemeClr val="tx1"/>
                </a:solidFill>
                <a:latin typeface="+mn-lt"/>
              </a:rPr>
              <a:t>[Right heading]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[Point]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[Point]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[Point]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37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3200">
                <a:solidFill>
                  <a:schemeClr val="tx1"/>
                </a:solidFill>
                <a:latin typeface="+mn-lt"/>
              </a:rPr>
              <a:t>[Compare three options]</a:t>
            </a:r>
          </a:p>
        </p:txBody>
      </p:sp>
      <p:sp>
        <p:nvSpPr>
          <p:cNvPr id="38" name="t38"/>
          <p:cNvSpPr>
            <a:spLocks noGrp="1"/>
          </p:cNvSpPr>
          <p:nvPr>
            <p:ph type="body" idx="1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800">
                <a:solidFill>
                  <a:schemeClr val="tx1"/>
                </a:solidFill>
                <a:latin typeface="+mn-lt"/>
              </a:rPr>
              <a:t>[Plan name]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[Feature]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[Feature]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[Feature]</a:t>
            </a:r>
          </a:p>
        </p:txBody>
      </p:sp>
      <p:sp>
        <p:nvSpPr>
          <p:cNvPr id="39" name="t39"/>
          <p:cNvSpPr>
            <a:spLocks noGrp="1"/>
          </p:cNvSpPr>
          <p:nvPr>
            <p:ph type="body" idx="2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800">
                <a:solidFill>
                  <a:schemeClr val="tx1"/>
                </a:solidFill>
                <a:latin typeface="+mn-lt"/>
              </a:rPr>
              <a:t>[Plan name]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[Feature]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[Feature]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[Feature]</a:t>
            </a:r>
          </a:p>
        </p:txBody>
      </p:sp>
      <p:sp>
        <p:nvSpPr>
          <p:cNvPr id="40" name="t40"/>
          <p:cNvSpPr>
            <a:spLocks noGrp="1"/>
          </p:cNvSpPr>
          <p:nvPr>
            <p:ph type="body" idx="3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800">
                <a:solidFill>
                  <a:schemeClr val="tx1"/>
                </a:solidFill>
                <a:latin typeface="+mn-lt"/>
              </a:rPr>
              <a:t>[Plan name]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[Feature]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[Feature]</a:t>
            </a:r>
          </a:p>
          <a:p>
            <a:pPr/>
            <a:r>
              <a:rPr lang="en-US" sz="undefined">
                <a:solidFill>
                  <a:schemeClr val="tx1"/>
                </a:solidFill>
                <a:latin typeface="+mn-lt"/>
              </a:rPr>
              <a:t>[Feature]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41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3200">
                <a:solidFill>
                  <a:schemeClr val="tx1"/>
                </a:solidFill>
                <a:latin typeface="+mn-lt"/>
              </a:rPr>
              <a:t>[How the process works]</a:t>
            </a:r>
          </a:p>
        </p:txBody>
      </p:sp>
      <p:sp>
        <p:nvSpPr>
          <p:cNvPr id="42" name="t42"/>
          <p:cNvSpPr>
            <a:spLocks noGrp="1"/>
          </p:cNvSpPr>
          <p:nvPr>
            <p:ph type="body" idx="1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500" spc="150">
                <a:solidFill>
                  <a:srgbClr val="6B7280"/>
                </a:solidFill>
                <a:latin typeface="Geist Mono"/>
              </a:rPr>
              <a:t>Phase one</a:t>
            </a:r>
          </a:p>
          <a:p>
            <a:pPr>
              <a:buNone/>
            </a:pPr>
            <a:r>
              <a:rPr lang="en-US" sz="1700">
                <a:solidFill>
                  <a:schemeClr val="tx1"/>
                </a:solidFill>
                <a:latin typeface="+mn-lt"/>
              </a:rPr>
              <a:t>[Step title]</a:t>
            </a:r>
          </a:p>
          <a:p>
            <a:pPr>
              <a:buNone/>
            </a:pPr>
            <a:r>
              <a:rPr lang="en-US" sz="1400">
                <a:solidFill>
                  <a:srgbClr val="444C5C"/>
                </a:solidFill>
                <a:latin typeface="+mn-lt"/>
              </a:rPr>
              <a:t>[What happens in this step.]</a:t>
            </a:r>
          </a:p>
        </p:txBody>
      </p:sp>
      <p:sp>
        <p:nvSpPr>
          <p:cNvPr id="43" name="t43"/>
          <p:cNvSpPr>
            <a:spLocks noGrp="1"/>
          </p:cNvSpPr>
          <p:nvPr>
            <p:ph type="body" idx="2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500" spc="150">
                <a:solidFill>
                  <a:srgbClr val="6B7280"/>
                </a:solidFill>
                <a:latin typeface="Geist Mono"/>
              </a:rPr>
              <a:t>Phase two</a:t>
            </a:r>
          </a:p>
          <a:p>
            <a:pPr>
              <a:buNone/>
            </a:pPr>
            <a:r>
              <a:rPr lang="en-US" sz="1700">
                <a:solidFill>
                  <a:schemeClr val="tx1"/>
                </a:solidFill>
                <a:latin typeface="+mn-lt"/>
              </a:rPr>
              <a:t>[Step title]</a:t>
            </a:r>
          </a:p>
          <a:p>
            <a:pPr>
              <a:buNone/>
            </a:pPr>
            <a:r>
              <a:rPr lang="en-US" sz="1400">
                <a:solidFill>
                  <a:srgbClr val="444C5C"/>
                </a:solidFill>
                <a:latin typeface="+mn-lt"/>
              </a:rPr>
              <a:t>[What happens in this step.]</a:t>
            </a:r>
          </a:p>
        </p:txBody>
      </p:sp>
      <p:sp>
        <p:nvSpPr>
          <p:cNvPr id="44" name="t44"/>
          <p:cNvSpPr>
            <a:spLocks noGrp="1"/>
          </p:cNvSpPr>
          <p:nvPr>
            <p:ph type="body" idx="3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500" spc="150">
                <a:solidFill>
                  <a:srgbClr val="6B7280"/>
                </a:solidFill>
                <a:latin typeface="Geist Mono"/>
              </a:rPr>
              <a:t>Phase three</a:t>
            </a:r>
          </a:p>
          <a:p>
            <a:pPr>
              <a:buNone/>
            </a:pPr>
            <a:r>
              <a:rPr lang="en-US" sz="1700">
                <a:solidFill>
                  <a:schemeClr val="tx1"/>
                </a:solidFill>
                <a:latin typeface="+mn-lt"/>
              </a:rPr>
              <a:t>[Step title]</a:t>
            </a:r>
          </a:p>
          <a:p>
            <a:pPr>
              <a:buNone/>
            </a:pPr>
            <a:r>
              <a:rPr lang="en-US" sz="1400">
                <a:solidFill>
                  <a:srgbClr val="444C5C"/>
                </a:solidFill>
                <a:latin typeface="+mn-lt"/>
              </a:rPr>
              <a:t>[What happens in this step.]</a:t>
            </a:r>
          </a:p>
        </p:txBody>
      </p:sp>
      <p:sp>
        <p:nvSpPr>
          <p:cNvPr id="45" name="t45"/>
          <p:cNvSpPr>
            <a:spLocks noGrp="1"/>
          </p:cNvSpPr>
          <p:nvPr>
            <p:ph type="body" idx="4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500" spc="150">
                <a:solidFill>
                  <a:srgbClr val="6B7280"/>
                </a:solidFill>
                <a:latin typeface="Geist Mono"/>
              </a:rPr>
              <a:t>Phase four</a:t>
            </a:r>
          </a:p>
          <a:p>
            <a:pPr>
              <a:buNone/>
            </a:pPr>
            <a:r>
              <a:rPr lang="en-US" sz="1700">
                <a:solidFill>
                  <a:schemeClr val="tx1"/>
                </a:solidFill>
                <a:latin typeface="+mn-lt"/>
              </a:rPr>
              <a:t>[Step title]</a:t>
            </a:r>
          </a:p>
          <a:p>
            <a:pPr>
              <a:buNone/>
            </a:pPr>
            <a:r>
              <a:rPr lang="en-US" sz="1400">
                <a:solidFill>
                  <a:srgbClr val="444C5C"/>
                </a:solidFill>
                <a:latin typeface="+mn-lt"/>
              </a:rPr>
              <a:t>[What happens in this step.]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46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3200">
                <a:solidFill>
                  <a:schemeClr val="tx1"/>
                </a:solidFill>
                <a:latin typeface="+mn-lt"/>
              </a:rPr>
              <a:t>[A step-by-step process]</a:t>
            </a:r>
          </a:p>
        </p:txBody>
      </p:sp>
      <p:sp>
        <p:nvSpPr>
          <p:cNvPr id="47" name="t47"/>
          <p:cNvSpPr>
            <a:spLocks noGrp="1"/>
          </p:cNvSpPr>
          <p:nvPr>
            <p:ph type="body" idx="1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500" spc="150">
                <a:solidFill>
                  <a:srgbClr val="6B7280"/>
                </a:solidFill>
                <a:latin typeface="Geist Mono"/>
              </a:rPr>
              <a:t>Phase one</a:t>
            </a:r>
          </a:p>
          <a:p>
            <a:pPr>
              <a:buNone/>
            </a:pPr>
            <a:r>
              <a:rPr lang="en-US" sz="1700">
                <a:solidFill>
                  <a:schemeClr val="tx1"/>
                </a:solidFill>
                <a:latin typeface="+mn-lt"/>
              </a:rPr>
              <a:t>[Step title]</a:t>
            </a:r>
          </a:p>
          <a:p>
            <a:pPr>
              <a:buNone/>
            </a:pPr>
            <a:r>
              <a:rPr lang="en-US" sz="1400">
                <a:solidFill>
                  <a:srgbClr val="444C5C"/>
                </a:solidFill>
                <a:latin typeface="+mn-lt"/>
              </a:rPr>
              <a:t>[What happens in this step of the process.]</a:t>
            </a:r>
          </a:p>
        </p:txBody>
      </p:sp>
      <p:sp>
        <p:nvSpPr>
          <p:cNvPr id="48" name="t48"/>
          <p:cNvSpPr>
            <a:spLocks noGrp="1"/>
          </p:cNvSpPr>
          <p:nvPr>
            <p:ph type="body" idx="2"/>
          </p:nvPr>
        </p:nvSpPr>
        <p:spPr/>
        <p:txBody>
          <a:bodyPr anchor="t">
            <a:normAutofit/>
          </a:bodyPr>
          <a:lstStyle/>
          <a:p>
            <a:pPr algn="r">
              <a:buNone/>
            </a:pPr>
            <a:r>
              <a:rPr lang="en-US" sz="1500" spc="150">
                <a:solidFill>
                  <a:srgbClr val="6B7280"/>
                </a:solidFill>
                <a:latin typeface="Geist Mono"/>
              </a:rPr>
              <a:t>Phase two</a:t>
            </a:r>
          </a:p>
          <a:p>
            <a:pPr algn="r">
              <a:buNone/>
            </a:pPr>
            <a:r>
              <a:rPr lang="en-US" sz="1700">
                <a:solidFill>
                  <a:schemeClr val="tx1"/>
                </a:solidFill>
                <a:latin typeface="+mn-lt"/>
              </a:rPr>
              <a:t>[Step title]</a:t>
            </a:r>
          </a:p>
          <a:p>
            <a:pPr algn="r">
              <a:buNone/>
            </a:pPr>
            <a:r>
              <a:rPr lang="en-US" sz="1400">
                <a:solidFill>
                  <a:srgbClr val="444C5C"/>
                </a:solidFill>
                <a:latin typeface="+mn-lt"/>
              </a:rPr>
              <a:t>[What happens in this step of the process.]</a:t>
            </a:r>
          </a:p>
        </p:txBody>
      </p:sp>
      <p:sp>
        <p:nvSpPr>
          <p:cNvPr id="49" name="t49"/>
          <p:cNvSpPr>
            <a:spLocks noGrp="1"/>
          </p:cNvSpPr>
          <p:nvPr>
            <p:ph type="body" idx="3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500" spc="150">
                <a:solidFill>
                  <a:srgbClr val="6B7280"/>
                </a:solidFill>
                <a:latin typeface="Geist Mono"/>
              </a:rPr>
              <a:t>Phase three</a:t>
            </a:r>
          </a:p>
          <a:p>
            <a:pPr>
              <a:buNone/>
            </a:pPr>
            <a:r>
              <a:rPr lang="en-US" sz="1700">
                <a:solidFill>
                  <a:schemeClr val="tx1"/>
                </a:solidFill>
                <a:latin typeface="+mn-lt"/>
              </a:rPr>
              <a:t>[Step title]</a:t>
            </a:r>
          </a:p>
          <a:p>
            <a:pPr>
              <a:buNone/>
            </a:pPr>
            <a:r>
              <a:rPr lang="en-US" sz="1400">
                <a:solidFill>
                  <a:srgbClr val="444C5C"/>
                </a:solidFill>
                <a:latin typeface="+mn-lt"/>
              </a:rPr>
              <a:t>[What happens in this step of the process.]</a:t>
            </a:r>
          </a:p>
        </p:txBody>
      </p:sp>
      <p:sp>
        <p:nvSpPr>
          <p:cNvPr id="50" name="t50"/>
          <p:cNvSpPr>
            <a:spLocks noGrp="1"/>
          </p:cNvSpPr>
          <p:nvPr>
            <p:ph type="body" idx="4"/>
          </p:nvPr>
        </p:nvSpPr>
        <p:spPr/>
        <p:txBody>
          <a:bodyPr anchor="t">
            <a:normAutofit/>
          </a:bodyPr>
          <a:lstStyle/>
          <a:p>
            <a:pPr algn="r">
              <a:buNone/>
            </a:pPr>
            <a:r>
              <a:rPr lang="en-US" sz="1500" spc="150">
                <a:solidFill>
                  <a:srgbClr val="6B7280"/>
                </a:solidFill>
                <a:latin typeface="Geist Mono"/>
              </a:rPr>
              <a:t>Phase four</a:t>
            </a:r>
          </a:p>
          <a:p>
            <a:pPr algn="r">
              <a:buNone/>
            </a:pPr>
            <a:r>
              <a:rPr lang="en-US" sz="1700">
                <a:solidFill>
                  <a:schemeClr val="tx1"/>
                </a:solidFill>
                <a:latin typeface="+mn-lt"/>
              </a:rPr>
              <a:t>[Step title]</a:t>
            </a:r>
          </a:p>
          <a:p>
            <a:pPr algn="r">
              <a:buNone/>
            </a:pPr>
            <a:r>
              <a:rPr lang="en-US" sz="1400">
                <a:solidFill>
                  <a:srgbClr val="444C5C"/>
                </a:solidFill>
                <a:latin typeface="+mn-lt"/>
              </a:rPr>
              <a:t>[What happens in this step of the process.]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51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3200">
                <a:solidFill>
                  <a:schemeClr val="tx1"/>
                </a:solidFill>
                <a:latin typeface="+mn-lt"/>
              </a:rPr>
              <a:t>[The numbers that matter]</a:t>
            </a:r>
          </a:p>
        </p:txBody>
      </p:sp>
      <p:sp>
        <p:nvSpPr>
          <p:cNvPr id="52" name="t52"/>
          <p:cNvSpPr>
            <a:spLocks noGrp="1"/>
          </p:cNvSpPr>
          <p:nvPr>
            <p:ph type="body" idx="1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3600">
                <a:solidFill>
                  <a:schemeClr val="tx1"/>
                </a:solidFill>
                <a:latin typeface="Geist Mono"/>
              </a:rPr>
              <a:t>128k</a:t>
            </a:r>
          </a:p>
          <a:p>
            <a:pPr>
              <a:buNone/>
            </a:pPr>
            <a:r>
              <a:rPr lang="en-US" sz="1300">
                <a:solidFill>
                  <a:srgbClr val="6B7280"/>
                </a:solidFill>
                <a:latin typeface="+mn-lt"/>
              </a:rPr>
              <a:t>[Metric label]</a:t>
            </a:r>
          </a:p>
        </p:txBody>
      </p:sp>
      <p:sp>
        <p:nvSpPr>
          <p:cNvPr id="53" name="t53"/>
          <p:cNvSpPr>
            <a:spLocks noGrp="1"/>
          </p:cNvSpPr>
          <p:nvPr>
            <p:ph type="body" idx="2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3600">
                <a:solidFill>
                  <a:schemeClr val="tx1"/>
                </a:solidFill>
                <a:latin typeface="Geist Mono"/>
              </a:rPr>
              <a:t>99.9%</a:t>
            </a:r>
          </a:p>
          <a:p>
            <a:pPr>
              <a:buNone/>
            </a:pPr>
            <a:r>
              <a:rPr lang="en-US" sz="1300">
                <a:solidFill>
                  <a:srgbClr val="6B7280"/>
                </a:solidFill>
                <a:latin typeface="+mn-lt"/>
              </a:rPr>
              <a:t>[Metric label]</a:t>
            </a:r>
          </a:p>
        </p:txBody>
      </p:sp>
      <p:sp>
        <p:nvSpPr>
          <p:cNvPr id="54" name="t54"/>
          <p:cNvSpPr>
            <a:spLocks noGrp="1"/>
          </p:cNvSpPr>
          <p:nvPr>
            <p:ph type="body" idx="3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3600">
                <a:solidFill>
                  <a:schemeClr val="tx1"/>
                </a:solidFill>
                <a:latin typeface="Geist Mono"/>
              </a:rPr>
              <a:t>48s</a:t>
            </a:r>
          </a:p>
          <a:p>
            <a:pPr>
              <a:buNone/>
            </a:pPr>
            <a:r>
              <a:rPr lang="en-US" sz="1300">
                <a:solidFill>
                  <a:srgbClr val="6B7280"/>
                </a:solidFill>
                <a:latin typeface="+mn-lt"/>
              </a:rPr>
              <a:t>[Metric label]</a:t>
            </a:r>
          </a:p>
        </p:txBody>
      </p:sp>
      <p:sp>
        <p:nvSpPr>
          <p:cNvPr id="55" name="t55"/>
          <p:cNvSpPr>
            <a:spLocks noGrp="1"/>
          </p:cNvSpPr>
          <p:nvPr>
            <p:ph type="body" idx="4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3600">
                <a:solidFill>
                  <a:schemeClr val="tx1"/>
                </a:solidFill>
                <a:latin typeface="Geist Mono"/>
              </a:rPr>
              <a:t>3.2×</a:t>
            </a:r>
          </a:p>
          <a:p>
            <a:pPr>
              <a:buNone/>
            </a:pPr>
            <a:r>
              <a:rPr lang="en-US" sz="1300">
                <a:solidFill>
                  <a:srgbClr val="6B7280"/>
                </a:solidFill>
                <a:latin typeface="+mn-lt"/>
              </a:rPr>
              <a:t>[Metric label]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de card"/>
          <p:cNvSpPr/>
          <p:nvPr/>
        </p:nvSpPr>
        <p:spPr>
          <a:xfrm>
            <a:off x="1596000" y="520000"/>
            <a:ext cx="9000000" cy="21500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/>
          <a:lstStyle/>
          <a:p/>
        </p:txBody>
      </p:sp>
      <p:sp>
        <p:nvSpPr>
          <p:cNvPr id="12" name="tb12"/>
          <p:cNvSpPr txBox="1"/>
          <p:nvPr/>
        </p:nvSpPr>
        <p:spPr>
          <a:xfrm>
            <a:off x="1856000" y="660000"/>
            <a:ext cx="3000000" cy="4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en-US" sz="1800" b="1">
                <a:solidFill>
                  <a:schemeClr val="accent2"/>
                </a:solidFill>
                <a:latin typeface="Geist Mono"/>
              </a:rPr>
              <a:t>&gt;_</a:t>
            </a:r>
            <a:r>
              <a:rPr lang="en-US" sz="1600">
                <a:solidFill>
                  <a:schemeClr val="accent1"/>
                </a:solidFill>
                <a:latin typeface="Geist Mono"/>
              </a:rPr>
              <a:t>  SQL</a:t>
            </a:r>
          </a:p>
        </p:txBody>
      </p:sp>
      <p:sp>
        <p:nvSpPr>
          <p:cNvPr id="13" name="gutter"/>
          <p:cNvSpPr/>
          <p:nvPr/>
        </p:nvSpPr>
        <p:spPr>
          <a:xfrm>
            <a:off x="2376000" y="1180000"/>
            <a:ext cx="12700" cy="1330000"/>
          </a:xfrm>
          <a:prstGeom prst="rect">
            <a:avLst/>
          </a:prstGeom>
          <a:solidFill>
            <a:srgbClr val="D8DEE5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b14"/>
          <p:cNvSpPr txBox="1"/>
          <p:nvPr/>
        </p:nvSpPr>
        <p:spPr>
          <a:xfrm>
            <a:off x="1856000" y="1180000"/>
            <a:ext cx="8400000" cy="20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en-US" sz="1500">
                <a:solidFill>
                  <a:srgbClr val="6B7280"/>
                </a:solidFill>
                <a:latin typeface="Geist Mono"/>
              </a:rPr>
              <a:t>01   </a:t>
            </a:r>
            <a:r>
              <a:rPr lang="en-US" sz="1600" b="1">
                <a:solidFill>
                  <a:schemeClr val="accent2"/>
                </a:solidFill>
                <a:latin typeface="Geist Mono"/>
              </a:rPr>
              <a:t>SELECT</a:t>
            </a:r>
            <a:r>
              <a:rPr lang="en-US" sz="1600">
                <a:solidFill>
                  <a:srgbClr val="33404D"/>
                </a:solidFill>
                <a:latin typeface="Geist Mono"/>
              </a:rPr>
              <a:t> stage, what_to_watch</a:t>
            </a:r>
          </a:p>
          <a:p>
            <a:r>
              <a:rPr lang="en-US" sz="1500">
                <a:solidFill>
                  <a:srgbClr val="6B7280"/>
                </a:solidFill>
                <a:latin typeface="Geist Mono"/>
              </a:rPr>
              <a:t>02   </a:t>
            </a:r>
            <a:r>
              <a:rPr lang="en-US" sz="1600" b="1">
                <a:solidFill>
                  <a:schemeClr val="accent2"/>
                </a:solidFill>
                <a:latin typeface="Geist Mono"/>
              </a:rPr>
              <a:t>FROM</a:t>
            </a:r>
            <a:r>
              <a:rPr lang="en-US" sz="1600">
                <a:solidFill>
                  <a:srgbClr val="33404D"/>
                </a:solidFill>
                <a:latin typeface="Geist Mono"/>
              </a:rPr>
              <a:t> vd_intent_run</a:t>
            </a:r>
          </a:p>
          <a:p>
            <a:r>
              <a:rPr lang="en-US" sz="1500">
                <a:solidFill>
                  <a:srgbClr val="6B7280"/>
                </a:solidFill>
                <a:latin typeface="Geist Mono"/>
              </a:rPr>
              <a:t>03   </a:t>
            </a:r>
            <a:r>
              <a:rPr lang="en-US" sz="1600" b="1">
                <a:solidFill>
                  <a:schemeClr val="accent2"/>
                </a:solidFill>
                <a:latin typeface="Geist Mono"/>
              </a:rPr>
              <a:t>WHERE</a:t>
            </a:r>
            <a:r>
              <a:rPr lang="en-US" sz="1600">
                <a:solidFill>
                  <a:srgbClr val="33404D"/>
                </a:solidFill>
                <a:latin typeface="Geist Mono"/>
              </a:rPr>
              <a:t> audience_understands_category = </a:t>
            </a:r>
            <a:r>
              <a:rPr lang="en-US" sz="1600">
                <a:solidFill>
                  <a:srgbClr val="0A9B6B"/>
                </a:solidFill>
                <a:latin typeface="Geist Mono"/>
              </a:rPr>
              <a:t>TRUE</a:t>
            </a:r>
          </a:p>
          <a:p>
            <a:r>
              <a:rPr lang="en-US" sz="1500">
                <a:solidFill>
                  <a:srgbClr val="6B7280"/>
                </a:solidFill>
                <a:latin typeface="Geist Mono"/>
              </a:rPr>
              <a:t>04   </a:t>
            </a:r>
            <a:r>
              <a:rPr lang="en-US" sz="1600" b="1">
                <a:solidFill>
                  <a:schemeClr val="accent2"/>
                </a:solidFill>
                <a:latin typeface="Geist Mono"/>
              </a:rPr>
              <a:t>AND</a:t>
            </a:r>
            <a:r>
              <a:rPr lang="en-US" sz="1600">
                <a:solidFill>
                  <a:srgbClr val="33404D"/>
                </a:solidFill>
                <a:latin typeface="Geist Mono"/>
              </a:rPr>
              <a:t> audience_understands_approach = </a:t>
            </a:r>
            <a:r>
              <a:rPr lang="en-US" sz="1600">
                <a:solidFill>
                  <a:srgbClr val="0A9B6B"/>
                </a:solidFill>
                <a:latin typeface="Geist Mono"/>
              </a:rPr>
              <a:t>TRUE</a:t>
            </a:r>
          </a:p>
          <a:p>
            <a:r>
              <a:rPr lang="en-US" sz="1500">
                <a:solidFill>
                  <a:srgbClr val="6B7280"/>
                </a:solidFill>
                <a:latin typeface="Geist Mono"/>
              </a:rPr>
              <a:t>05   </a:t>
            </a:r>
            <a:r>
              <a:rPr lang="en-US" sz="1600" b="1">
                <a:solidFill>
                  <a:schemeClr val="accent2"/>
                </a:solidFill>
                <a:latin typeface="Geist Mono"/>
              </a:rPr>
              <a:t>ORDER BY</a:t>
            </a:r>
            <a:r>
              <a:rPr lang="en-US" sz="1600">
                <a:solidFill>
                  <a:srgbClr val="33404D"/>
                </a:solidFill>
                <a:latin typeface="Geist Mono"/>
              </a:rPr>
              <a:t> stage;</a:t>
            </a:r>
          </a:p>
        </p:txBody>
      </p:sp>
      <p:sp>
        <p:nvSpPr>
          <p:cNvPr id="15" name="tb15"/>
          <p:cNvSpPr txBox="1"/>
          <p:nvPr/>
        </p:nvSpPr>
        <p:spPr>
          <a:xfrm>
            <a:off x="1596000" y="2900000"/>
            <a:ext cx="9000000" cy="4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500">
                <a:solidFill>
                  <a:srgbClr val="444C5C"/>
                </a:solidFill>
                <a:latin typeface="+mn-lt"/>
              </a:rPr>
              <a:t>You've seen the need and our approach. </a:t>
            </a:r>
            <a:r>
              <a:rPr lang="en-US" sz="1500" b="1">
                <a:solidFill>
                  <a:srgbClr val="0A9B6B"/>
                </a:solidFill>
                <a:latin typeface="+mn-lt"/>
              </a:rPr>
              <a:t>Now let's show you.</a:t>
            </a:r>
          </a:p>
        </p:txBody>
      </p:sp>
      <p:sp>
        <p:nvSpPr>
          <p:cNvPr id="16" name="tb16"/>
          <p:cNvSpPr txBox="1"/>
          <p:nvPr/>
        </p:nvSpPr>
        <p:spPr>
          <a:xfrm>
            <a:off x="1596000" y="3340000"/>
            <a:ext cx="9000000" cy="3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2000">
                <a:solidFill>
                  <a:schemeClr val="accent2"/>
                </a:solidFill>
                <a:latin typeface="+mn-lt"/>
              </a:rPr>
              <a:t>↓</a:t>
            </a:r>
          </a:p>
        </p:txBody>
      </p:sp>
      <p:graphicFrame>
        <p:nvGraphicFramePr>
          <p:cNvPr id="17" name="Result table"/>
          <p:cNvGraphicFramePr>
            <a:graphicFrameLocks noGrp="1"/>
          </p:cNvGraphicFramePr>
          <p:nvPr/>
        </p:nvGraphicFramePr>
        <p:xfrm>
          <a:off x="1596000" y="3760000"/>
          <a:ext cx="9000000" cy="2620000"/>
        </p:xfrm>
        <a:graphic>
          <a:graphicData uri="http://schemas.openxmlformats.org/drawingml/2006/table">
            <a:tbl>
              <a:tblPr firstRow="1" bandRow="0"/>
              <a:tblGrid>
                <a:gridCol w="3780000"/>
                <a:gridCol w="5220000"/>
              </a:tblGrid>
              <a:tr h="540000">
                <a:tc>
                  <a:txBody>
                    <a:bodyPr/>
                    <a:lstStyle/>
                    <a:p>
                      <a:r>
                        <a:rPr lang="en-US" sz="1500" b="1" spc="60">
                          <a:solidFill>
                            <a:schemeClr val="tx1"/>
                          </a:solidFill>
                          <a:latin typeface="Geist Mono"/>
                        </a:rPr>
                        <a:t>STAGE</a:t>
                      </a:r>
                    </a:p>
                    <a:p>
                      <a:r>
                        <a:rPr lang="en-US" sz="1200">
                          <a:solidFill>
                            <a:srgbClr val="6B7280"/>
                          </a:solidFill>
                          <a:latin typeface="+mn-lt"/>
                        </a:rPr>
                        <a:t>(demo path)</a:t>
                      </a:r>
                    </a:p>
                  </a:txBody>
                  <a:tcPr marL="180000" marR="180000" marT="90000" marB="90000" anchor="ctr">
                    <a:lnB w="12700" cap="flat">
                      <a:solidFill>
                        <a:srgbClr val="D8DEE5"/>
                      </a:solidFill>
                    </a:lnB>
                    <a:solidFill>
                      <a:srgbClr val="E8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spc="60">
                          <a:solidFill>
                            <a:schemeClr val="tx1"/>
                          </a:solidFill>
                          <a:latin typeface="Geist Mono"/>
                        </a:rPr>
                        <a:t>WHAT_TO_WATCH</a:t>
                      </a:r>
                    </a:p>
                    <a:p>
                      <a:r>
                        <a:rPr lang="en-US" sz="1200">
                          <a:solidFill>
                            <a:srgbClr val="6B7280"/>
                          </a:solidFill>
                          <a:latin typeface="+mn-lt"/>
                        </a:rPr>
                        <a:t>(what we'll demonstrate)</a:t>
                      </a:r>
                    </a:p>
                  </a:txBody>
                  <a:tcPr marL="180000" marR="180000" marT="90000" marB="90000" anchor="ctr">
                    <a:lnL w="12700" cap="flat">
                      <a:solidFill>
                        <a:srgbClr val="D8DEE5"/>
                      </a:solidFill>
                    </a:lnL>
                    <a:lnB w="12700" cap="flat">
                      <a:solidFill>
                        <a:srgbClr val="D8DEE5"/>
                      </a:solidFill>
                    </a:lnB>
                    <a:solidFill>
                      <a:srgbClr val="E8F5FB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chemeClr val="accent2"/>
                          </a:solidFill>
                          <a:latin typeface="Geist Mono"/>
                        </a:rPr>
                        <a:t>01   </a:t>
                      </a:r>
                      <a:r>
                        <a:rPr lang="en-US" sz="1700" b="1">
                          <a:solidFill>
                            <a:schemeClr val="tx1"/>
                          </a:solidFill>
                          <a:latin typeface="+mn-lt"/>
                        </a:rPr>
                        <a:t>Build</a:t>
                      </a:r>
                    </a:p>
                  </a:txBody>
                  <a:tcPr marL="180000" marR="180000" marT="90000" marB="90000" anchor="ctr">
                    <a:lnB w="12700" cap="flat">
                      <a:solidFill>
                        <a:srgbClr val="D8DE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>
                          <a:solidFill>
                            <a:srgbClr val="444C5C"/>
                          </a:solidFill>
                          <a:latin typeface="+mn-lt"/>
                        </a:rPr>
                        <a:t>intent becomes a tested pipeline</a:t>
                      </a:r>
                    </a:p>
                  </a:txBody>
                  <a:tcPr marL="180000" marR="180000" marT="90000" marB="90000" anchor="ctr">
                    <a:lnL w="12700" cap="flat">
                      <a:solidFill>
                        <a:srgbClr val="D8DEE5"/>
                      </a:solidFill>
                    </a:lnL>
                    <a:lnB w="12700" cap="flat">
                      <a:solidFill>
                        <a:srgbClr val="D8DE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chemeClr val="accent2"/>
                          </a:solidFill>
                          <a:latin typeface="Geist Mono"/>
                        </a:rPr>
                        <a:t>02   </a:t>
                      </a:r>
                      <a:r>
                        <a:rPr lang="en-US" sz="1700" b="1">
                          <a:solidFill>
                            <a:schemeClr val="tx1"/>
                          </a:solidFill>
                          <a:latin typeface="+mn-lt"/>
                        </a:rPr>
                        <a:t>Verify</a:t>
                      </a:r>
                    </a:p>
                  </a:txBody>
                  <a:tcPr marL="180000" marR="180000" marT="90000" marB="90000" anchor="ctr">
                    <a:lnB w="12700" cap="flat">
                      <a:solidFill>
                        <a:srgbClr val="D8DE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>
                          <a:solidFill>
                            <a:srgbClr val="444C5C"/>
                          </a:solidFill>
                          <a:latin typeface="+mn-lt"/>
                        </a:rPr>
                        <a:t>real-data checks run in isolation</a:t>
                      </a:r>
                    </a:p>
                  </a:txBody>
                  <a:tcPr marL="180000" marR="180000" marT="90000" marB="90000" anchor="ctr">
                    <a:lnL w="12700" cap="flat">
                      <a:solidFill>
                        <a:srgbClr val="D8DEE5"/>
                      </a:solidFill>
                    </a:lnL>
                    <a:lnB w="12700" cap="flat">
                      <a:solidFill>
                        <a:srgbClr val="D8DE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chemeClr val="accent2"/>
                          </a:solidFill>
                          <a:latin typeface="Geist Mono"/>
                        </a:rPr>
                        <a:t>03   </a:t>
                      </a:r>
                      <a:r>
                        <a:rPr lang="en-US" sz="1700" b="1">
                          <a:solidFill>
                            <a:schemeClr val="tx1"/>
                          </a:solidFill>
                          <a:latin typeface="+mn-lt"/>
                        </a:rPr>
                        <a:t>Deploy</a:t>
                      </a:r>
                    </a:p>
                  </a:txBody>
                  <a:tcPr marL="180000" marR="180000" marT="90000" marB="90000" anchor="ctr">
                    <a:lnB w="12700" cap="flat">
                      <a:solidFill>
                        <a:srgbClr val="D8DE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>
                          <a:solidFill>
                            <a:srgbClr val="444C5C"/>
                          </a:solidFill>
                          <a:latin typeface="+mn-lt"/>
                        </a:rPr>
                        <a:t>gates control the handoff</a:t>
                      </a:r>
                    </a:p>
                  </a:txBody>
                  <a:tcPr marL="180000" marR="180000" marT="90000" marB="90000" anchor="ctr">
                    <a:lnL w="12700" cap="flat">
                      <a:solidFill>
                        <a:srgbClr val="D8DEE5"/>
                      </a:solidFill>
                    </a:lnL>
                    <a:lnB w="12700" cap="flat">
                      <a:solidFill>
                        <a:srgbClr val="D8DE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chemeClr val="accent2"/>
                          </a:solidFill>
                          <a:latin typeface="Geist Mono"/>
                        </a:rPr>
                        <a:t>04   </a:t>
                      </a:r>
                      <a:r>
                        <a:rPr lang="en-US" sz="1700" b="1">
                          <a:solidFill>
                            <a:schemeClr val="tx1"/>
                          </a:solidFill>
                          <a:latin typeface="+mn-lt"/>
                        </a:rPr>
                        <a:t>Operate</a:t>
                      </a:r>
                    </a:p>
                  </a:txBody>
                  <a:tcPr marL="180000" marR="180000" marT="90000" marB="90000" anchor="ctr">
                    <a:lnB w="12700" cap="flat">
                      <a:solidFill>
                        <a:srgbClr val="D8DE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>
                          <a:solidFill>
                            <a:srgbClr val="444C5C"/>
                          </a:solidFill>
                          <a:latin typeface="+mn-lt"/>
                        </a:rPr>
                        <a:t>the same intent carries forward</a:t>
                      </a:r>
                    </a:p>
                  </a:txBody>
                  <a:tcPr marL="180000" marR="180000" marT="90000" marB="90000" anchor="ctr">
                    <a:lnL w="12700" cap="flat">
                      <a:solidFill>
                        <a:srgbClr val="D8DEE5"/>
                      </a:solidFill>
                    </a:lnL>
                    <a:lnB w="12700" cap="flat">
                      <a:solidFill>
                        <a:srgbClr val="D8DE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n"/>
          <p:cNvSpPr txBox="1"/>
          <p:nvPr/>
        </p:nvSpPr>
        <p:spPr>
          <a:xfrm>
            <a:off x="10300000" y="6330000"/>
            <a:ext cx="1100000" cy="300000"/>
          </a:xfrm>
          <a:prstGeom prst="rect">
            <a:avLst/>
          </a:prstGeom>
          <a:noFill/>
        </p:spPr>
        <p:txBody>
          <a:bodyPr lIns="0" rIns="0" anchor="ctr"/>
          <a:lstStyle/>
        </p:txBody>
      </p:sp>
      <p:pic>
        <p:nvPicPr>
          <p:cNvPr id="19" name="Brand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00" y="6340000"/>
            <a:ext cx="302000" cy="170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56"/>
          <p:cNvSpPr>
            <a:spLocks noGrp="1"/>
          </p:cNvSpPr>
          <p:nvPr>
            <p:ph type="body" idx="10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400" spc="300">
                <a:solidFill>
                  <a:schemeClr val="accent1"/>
                </a:solidFill>
                <a:latin typeface="Geist Mono"/>
              </a:rPr>
              <a:t>[ Discussion ]</a:t>
            </a:r>
          </a:p>
        </p:txBody>
      </p:sp>
      <p:sp>
        <p:nvSpPr>
          <p:cNvPr id="57" name="t57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7200">
                <a:solidFill>
                  <a:schemeClr val="tx1"/>
                </a:solidFill>
                <a:latin typeface="+mn-lt"/>
              </a:rPr>
              <a:t>Questions?</a:t>
            </a:r>
          </a:p>
        </p:txBody>
      </p:sp>
      <p:sp>
        <p:nvSpPr>
          <p:cNvPr id="58" name="t58"/>
          <p:cNvSpPr>
            <a:spLocks noGrp="1"/>
          </p:cNvSpPr>
          <p:nvPr>
            <p:ph type="body" idx="1"/>
          </p:nvPr>
        </p:nvSpPr>
        <p:spPr/>
        <p:txBody>
          <a:bodyPr anchor="t">
            <a:normAutofit/>
          </a:bodyPr>
          <a:lstStyle/>
          <a:p>
            <a:pPr>
              <a:buNone/>
            </a:pPr>
            <a:r>
              <a:rPr lang="en-US" sz="1700">
                <a:solidFill>
                  <a:srgbClr val="6B7280"/>
                </a:solidFill>
                <a:latin typeface="Geist Mono"/>
              </a:rPr>
              <a:t>[you@acceleratedata.ai]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de card"/>
          <p:cNvSpPr/>
          <p:nvPr/>
        </p:nvSpPr>
        <p:spPr>
          <a:xfrm>
            <a:off x="1596000" y="440000"/>
            <a:ext cx="9000000" cy="29000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/>
          <a:lstStyle/>
          <a:p/>
        </p:txBody>
      </p:sp>
      <p:sp>
        <p:nvSpPr>
          <p:cNvPr id="12" name="tb12"/>
          <p:cNvSpPr txBox="1"/>
          <p:nvPr/>
        </p:nvSpPr>
        <p:spPr>
          <a:xfrm>
            <a:off x="1856000" y="580000"/>
            <a:ext cx="3000000" cy="4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en-US" sz="1800" b="1">
                <a:solidFill>
                  <a:schemeClr val="accent2"/>
                </a:solidFill>
                <a:latin typeface="Geist Mono"/>
              </a:rPr>
              <a:t>&gt;_</a:t>
            </a:r>
            <a:r>
              <a:rPr lang="en-US" sz="1600">
                <a:solidFill>
                  <a:schemeClr val="accent1"/>
                </a:solidFill>
                <a:latin typeface="Geist Mono"/>
              </a:rPr>
              <a:t>  SQL</a:t>
            </a:r>
          </a:p>
        </p:txBody>
      </p:sp>
      <p:sp>
        <p:nvSpPr>
          <p:cNvPr id="13" name="gutter"/>
          <p:cNvSpPr/>
          <p:nvPr/>
        </p:nvSpPr>
        <p:spPr>
          <a:xfrm>
            <a:off x="2376000" y="1100000"/>
            <a:ext cx="12700" cy="2080000"/>
          </a:xfrm>
          <a:prstGeom prst="rect">
            <a:avLst/>
          </a:prstGeom>
          <a:solidFill>
            <a:srgbClr val="D8DEE5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b14"/>
          <p:cNvSpPr txBox="1"/>
          <p:nvPr/>
        </p:nvSpPr>
        <p:spPr>
          <a:xfrm>
            <a:off x="1856000" y="1100000"/>
            <a:ext cx="8400000" cy="20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en-US" sz="1500">
                <a:solidFill>
                  <a:srgbClr val="6B7280"/>
                </a:solidFill>
                <a:latin typeface="Geist Mono"/>
              </a:rPr>
              <a:t>01   </a:t>
            </a:r>
            <a:r>
              <a:rPr lang="en-US" sz="1600" b="1">
                <a:solidFill>
                  <a:schemeClr val="accent2"/>
                </a:solidFill>
                <a:latin typeface="Geist Mono"/>
              </a:rPr>
              <a:t>SELECT</a:t>
            </a:r>
            <a:r>
              <a:rPr lang="en-US" sz="1600">
                <a:solidFill>
                  <a:srgbClr val="33404D"/>
                </a:solidFill>
                <a:latin typeface="Geist Mono"/>
              </a:rPr>
              <a:t> ad_message, vd_next_step</a:t>
            </a:r>
          </a:p>
          <a:p>
            <a:r>
              <a:rPr lang="en-US" sz="1500">
                <a:solidFill>
                  <a:srgbClr val="6B7280"/>
                </a:solidFill>
                <a:latin typeface="Geist Mono"/>
              </a:rPr>
              <a:t>02   </a:t>
            </a:r>
            <a:r>
              <a:rPr lang="en-US" sz="1600" b="1">
                <a:solidFill>
                  <a:schemeClr val="accent2"/>
                </a:solidFill>
                <a:latin typeface="Geist Mono"/>
              </a:rPr>
              <a:t>FROM</a:t>
            </a:r>
            <a:r>
              <a:rPr lang="en-US" sz="1600">
                <a:solidFill>
                  <a:srgbClr val="33404D"/>
                </a:solidFill>
                <a:latin typeface="Geist Mono"/>
              </a:rPr>
              <a:t> vd_closing_notes</a:t>
            </a:r>
          </a:p>
          <a:p>
            <a:r>
              <a:rPr lang="en-US" sz="1500">
                <a:solidFill>
                  <a:srgbClr val="6B7280"/>
                </a:solidFill>
                <a:latin typeface="Geist Mono"/>
              </a:rPr>
              <a:t>03   </a:t>
            </a:r>
            <a:r>
              <a:rPr lang="en-US" sz="1600" b="1">
                <a:solidFill>
                  <a:schemeClr val="accent2"/>
                </a:solidFill>
                <a:latin typeface="Geist Mono"/>
              </a:rPr>
              <a:t>WHERE</a:t>
            </a:r>
            <a:r>
              <a:rPr lang="en-US" sz="1600">
                <a:solidFill>
                  <a:srgbClr val="33404D"/>
                </a:solidFill>
                <a:latin typeface="Geist Mono"/>
              </a:rPr>
              <a:t> vd_session_id = </a:t>
            </a:r>
            <a:r>
              <a:rPr lang="en-US" sz="1600">
                <a:solidFill>
                  <a:srgbClr val="6B7280"/>
                </a:solidFill>
                <a:latin typeface="Geist Mono"/>
              </a:rPr>
              <a:t>:session_id</a:t>
            </a:r>
          </a:p>
          <a:p>
            <a:r>
              <a:rPr lang="en-US" sz="1500">
                <a:solidFill>
                  <a:srgbClr val="6B7280"/>
                </a:solidFill>
                <a:latin typeface="Geist Mono"/>
              </a:rPr>
              <a:t>04   </a:t>
            </a:r>
            <a:r>
              <a:rPr lang="en-US" sz="1600" b="1">
                <a:solidFill>
                  <a:schemeClr val="accent2"/>
                </a:solidFill>
                <a:latin typeface="Geist Mono"/>
              </a:rPr>
              <a:t>AND</a:t>
            </a:r>
            <a:r>
              <a:rPr lang="en-US" sz="1600">
                <a:solidFill>
                  <a:srgbClr val="33404D"/>
                </a:solidFill>
                <a:latin typeface="Geist Mono"/>
              </a:rPr>
              <a:t> vd_audience_curious = </a:t>
            </a:r>
            <a:r>
              <a:rPr lang="en-US" sz="1600">
                <a:solidFill>
                  <a:srgbClr val="0A9B6B"/>
                </a:solidFill>
                <a:latin typeface="Geist Mono"/>
              </a:rPr>
              <a:t>TRUE</a:t>
            </a:r>
          </a:p>
          <a:p>
            <a:r>
              <a:rPr lang="en-US" sz="1500">
                <a:solidFill>
                  <a:srgbClr val="6B7280"/>
                </a:solidFill>
                <a:latin typeface="Geist Mono"/>
              </a:rPr>
              <a:t>05   </a:t>
            </a:r>
            <a:r>
              <a:rPr lang="en-US" sz="1600" b="1">
                <a:solidFill>
                  <a:schemeClr val="accent2"/>
                </a:solidFill>
                <a:latin typeface="Geist Mono"/>
              </a:rPr>
              <a:t>AND</a:t>
            </a:r>
            <a:r>
              <a:rPr lang="en-US" sz="1600">
                <a:solidFill>
                  <a:srgbClr val="33404D"/>
                </a:solidFill>
                <a:latin typeface="Geist Mono"/>
              </a:rPr>
              <a:t> vd_status = </a:t>
            </a:r>
            <a:r>
              <a:rPr lang="en-US" sz="1600">
                <a:solidFill>
                  <a:srgbClr val="0A9B6B"/>
                </a:solidFill>
                <a:latin typeface="Geist Mono"/>
              </a:rPr>
              <a:t>'complete'</a:t>
            </a:r>
          </a:p>
          <a:p>
            <a:r>
              <a:rPr lang="en-US" sz="1500">
                <a:solidFill>
                  <a:srgbClr val="6B7280"/>
                </a:solidFill>
                <a:latin typeface="Geist Mono"/>
              </a:rPr>
              <a:t>06   </a:t>
            </a:r>
            <a:r>
              <a:rPr lang="en-US" sz="1600" b="1">
                <a:solidFill>
                  <a:schemeClr val="accent2"/>
                </a:solidFill>
                <a:latin typeface="Geist Mono"/>
              </a:rPr>
              <a:t>ORDER BY</a:t>
            </a:r>
            <a:r>
              <a:rPr lang="en-US" sz="1600">
                <a:solidFill>
                  <a:srgbClr val="33404D"/>
                </a:solidFill>
                <a:latin typeface="Geist Mono"/>
              </a:rPr>
              <a:t> vd_created_at </a:t>
            </a:r>
            <a:r>
              <a:rPr lang="en-US" sz="1600" b="1">
                <a:solidFill>
                  <a:schemeClr val="accent2"/>
                </a:solidFill>
                <a:latin typeface="Geist Mono"/>
              </a:rPr>
              <a:t>DESC</a:t>
            </a:r>
          </a:p>
          <a:p>
            <a:r>
              <a:rPr lang="en-US" sz="1500">
                <a:solidFill>
                  <a:srgbClr val="6B7280"/>
                </a:solidFill>
                <a:latin typeface="Geist Mono"/>
              </a:rPr>
              <a:t>07   </a:t>
            </a:r>
            <a:r>
              <a:rPr lang="en-US" sz="1600" b="1">
                <a:solidFill>
                  <a:schemeClr val="accent2"/>
                </a:solidFill>
                <a:latin typeface="Geist Mono"/>
              </a:rPr>
              <a:t>LIMIT</a:t>
            </a:r>
            <a:r>
              <a:rPr lang="en-US" sz="1600">
                <a:solidFill>
                  <a:srgbClr val="0A9B6B"/>
                </a:solidFill>
                <a:latin typeface="Geist Mono"/>
              </a:rPr>
              <a:t> 1</a:t>
            </a:r>
            <a:r>
              <a:rPr lang="en-US" sz="1600">
                <a:solidFill>
                  <a:srgbClr val="33404D"/>
                </a:solidFill>
                <a:latin typeface="Geist Mono"/>
              </a:rPr>
              <a:t>;</a:t>
            </a:r>
          </a:p>
        </p:txBody>
      </p:sp>
      <p:sp>
        <p:nvSpPr>
          <p:cNvPr id="15" name="tb15"/>
          <p:cNvSpPr txBox="1"/>
          <p:nvPr/>
        </p:nvSpPr>
        <p:spPr>
          <a:xfrm>
            <a:off x="1596000" y="3460000"/>
            <a:ext cx="9000000" cy="4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500">
                <a:solidFill>
                  <a:srgbClr val="444C5C"/>
                </a:solidFill>
                <a:latin typeface="+mn-lt"/>
              </a:rPr>
              <a:t>Returns the closing message and next step for an engaged, curious audience.</a:t>
            </a:r>
          </a:p>
        </p:txBody>
      </p:sp>
      <p:sp>
        <p:nvSpPr>
          <p:cNvPr id="16" name="tb16"/>
          <p:cNvSpPr txBox="1"/>
          <p:nvPr/>
        </p:nvSpPr>
        <p:spPr>
          <a:xfrm>
            <a:off x="1596000" y="3900000"/>
            <a:ext cx="9000000" cy="3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2000">
                <a:solidFill>
                  <a:schemeClr val="accent2"/>
                </a:solidFill>
                <a:latin typeface="+mn-lt"/>
              </a:rPr>
              <a:t>↓</a:t>
            </a:r>
          </a:p>
        </p:txBody>
      </p:sp>
      <p:graphicFrame>
        <p:nvGraphicFramePr>
          <p:cNvPr id="17" name="Result table"/>
          <p:cNvGraphicFramePr>
            <a:graphicFrameLocks noGrp="1"/>
          </p:cNvGraphicFramePr>
          <p:nvPr/>
        </p:nvGraphicFramePr>
        <p:xfrm>
          <a:off x="1596000" y="4300000"/>
          <a:ext cx="9000000" cy="1840000"/>
        </p:xfrm>
        <a:graphic>
          <a:graphicData uri="http://schemas.openxmlformats.org/drawingml/2006/table">
            <a:tbl>
              <a:tblPr firstRow="1" bandRow="0"/>
              <a:tblGrid>
                <a:gridCol w="4500000"/>
                <a:gridCol w="4500000"/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en-US" sz="1500" b="1" spc="60">
                          <a:solidFill>
                            <a:schemeClr val="tx1"/>
                          </a:solidFill>
                          <a:latin typeface="Geist Mono"/>
                        </a:rPr>
                        <a:t>AD_MESSAGE</a:t>
                      </a:r>
                    </a:p>
                    <a:p>
                      <a:pPr algn="ctr"/>
                      <a:r>
                        <a:rPr lang="en-US" sz="1200">
                          <a:solidFill>
                            <a:srgbClr val="6B7280"/>
                          </a:solidFill>
                          <a:latin typeface="+mn-lt"/>
                        </a:rPr>
                        <a:t>(what we want you to take away)</a:t>
                      </a:r>
                    </a:p>
                  </a:txBody>
                  <a:tcPr marL="180000" marR="180000" marT="90000" marB="90000" anchor="ctr">
                    <a:lnB w="12700" cap="flat">
                      <a:solidFill>
                        <a:srgbClr val="D8DEE5"/>
                      </a:solidFill>
                    </a:lnB>
                    <a:solidFill>
                      <a:srgbClr val="E8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spc="60">
                          <a:solidFill>
                            <a:schemeClr val="tx1"/>
                          </a:solidFill>
                          <a:latin typeface="Geist Mono"/>
                        </a:rPr>
                        <a:t>VD_NEXT_STEP</a:t>
                      </a:r>
                    </a:p>
                    <a:p>
                      <a:pPr algn="ctr"/>
                      <a:r>
                        <a:rPr lang="en-US" sz="1200">
                          <a:solidFill>
                            <a:srgbClr val="6B7280"/>
                          </a:solidFill>
                          <a:latin typeface="+mn-lt"/>
                        </a:rPr>
                        <a:t>(what happens next)</a:t>
                      </a:r>
                    </a:p>
                  </a:txBody>
                  <a:tcPr marL="180000" marR="180000" marT="90000" marB="90000" anchor="ctr">
                    <a:lnL w="12700" cap="flat">
                      <a:solidFill>
                        <a:srgbClr val="D8DEE5"/>
                      </a:solidFill>
                    </a:lnL>
                    <a:lnB w="12700" cap="flat">
                      <a:solidFill>
                        <a:srgbClr val="D8DEE5"/>
                      </a:solidFill>
                    </a:lnB>
                    <a:solidFill>
                      <a:srgbClr val="E8F5FB"/>
                    </a:solidFill>
                  </a:tcPr>
                </a:tc>
              </a:tr>
              <a:tr h="1300000">
                <a:tc>
                  <a:txBody>
                    <a:bodyPr/>
                    <a:lstStyle/>
                    <a:p>
                      <a:pPr algn="ctr"/>
                      <a:r>
                        <a:rPr lang="en-US" sz="3600" b="1">
                          <a:solidFill>
                            <a:schemeClr val="tx1"/>
                          </a:solidFill>
                          <a:latin typeface="+mn-lt"/>
                        </a:rPr>
                        <a:t>thank you.</a:t>
                      </a:r>
                    </a:p>
                  </a:txBody>
                  <a:tcPr marL="180000" marR="180000" marT="90000" marB="9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>
                          <a:solidFill>
                            <a:srgbClr val="0A9B6B"/>
                          </a:solidFill>
                          <a:latin typeface="+mn-lt"/>
                        </a:rPr>
                        <a:t>Questions?</a:t>
                      </a:r>
                    </a:p>
                  </a:txBody>
                  <a:tcPr marL="180000" marR="180000" marT="90000" marB="90000" anchor="ctr">
                    <a:lnL w="12700" cap="flat">
                      <a:solidFill>
                        <a:srgbClr val="D8DEE5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n"/>
          <p:cNvSpPr txBox="1"/>
          <p:nvPr/>
        </p:nvSpPr>
        <p:spPr>
          <a:xfrm>
            <a:off x="10300000" y="6330000"/>
            <a:ext cx="1100000" cy="300000"/>
          </a:xfrm>
          <a:prstGeom prst="rect">
            <a:avLst/>
          </a:prstGeom>
          <a:noFill/>
        </p:spPr>
        <p:txBody>
          <a:bodyPr lIns="0" rIns="0" anchor="ctr"/>
          <a:lstStyle/>
        </p:txBody>
      </p:sp>
      <p:pic>
        <p:nvPicPr>
          <p:cNvPr id="19" name="Brand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00" y="6340000"/>
            <a:ext cx="302000" cy="170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Vibedata">
  <a:themeElements>
    <a:clrScheme name="Vibedata">
      <a:dk1>
        <a:srgbClr val="03045E"/>
      </a:dk1>
      <a:lt1>
        <a:srgbClr val="FFFFFF"/>
      </a:lt1>
      <a:dk2>
        <a:srgbClr val="171C21"/>
      </a:dk2>
      <a:lt2>
        <a:srgbClr val="F2F2F2"/>
      </a:lt2>
      <a:accent1>
        <a:srgbClr val="00B4D8"/>
      </a:accent1>
      <a:accent2>
        <a:srgbClr val="0077B6"/>
      </a:accent2>
      <a:accent3>
        <a:srgbClr val="00DD92"/>
      </a:accent3>
      <a:accent4>
        <a:srgbClr val="90E0EF"/>
      </a:accent4>
      <a:accent5>
        <a:srgbClr val="CAF0F8"/>
      </a:accent5>
      <a:accent6>
        <a:srgbClr val="03045E"/>
      </a:accent6>
      <a:hlink>
        <a:srgbClr val="0077B6"/>
      </a:hlink>
      <a:folHlink>
        <a:srgbClr val="00B4D8"/>
      </a:folHlink>
    </a:clrScheme>
    <a:fontScheme name="Vibedata">
      <a:majorFont>
        <a:latin typeface="Geist"/>
        <a:ea typeface=""/>
        <a:cs typeface=""/>
      </a:majorFont>
      <a:minorFont>
        <a:latin typeface="Geis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Accelerate Data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Vibedata Pitch Template</dc:title>
  <dc:creator>Accelerate Data</dc:creator>
  <cp:lastModifiedBy>Accelerate Data</cp:lastModifiedBy>
</cp:coreProperties>
</file>