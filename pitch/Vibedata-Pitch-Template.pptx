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895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65760"/>
            <a:ext cx="640080" cy="436169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58952" y="1691640"/>
            <a:ext cx="1067104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kern="0" spc="200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758952" y="2011680"/>
            <a:ext cx="10671048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758952" y="4114800"/>
            <a:ext cx="7955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758952" y="5212080"/>
            <a:ext cx="2926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0"/>
          <p:cNvSpPr>
            <a:spLocks noGrp="1"/>
          </p:cNvSpPr>
          <p:nvPr>
            <p:ph idx="105" hasCustomPrompt="1"/>
          </p:nvPr>
        </p:nvSpPr>
        <p:spPr>
          <a:xfrm>
            <a:off x="4023360" y="5212080"/>
            <a:ext cx="2377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457200"/>
            <a:ext cx="1067104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58952" y="1737360"/>
            <a:ext cx="10671048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58952" y="1097280"/>
            <a:ext cx="10671048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5200" b="1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5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2880360"/>
            <a:ext cx="10671048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58952" y="43891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TEXT_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457200"/>
            <a:ext cx="63093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58952" y="1783080"/>
            <a:ext cx="630936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>
            <a:spLocks noGrp="1"/>
          </p:cNvSpPr>
          <p:nvPr>
            <p:ph idx="103" hasCustomPrompt="1"/>
          </p:nvPr>
        </p:nvSpPr>
        <p:spPr>
          <a:xfrm>
            <a:off x="7315200" y="868680"/>
            <a:ext cx="411480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IMAGE_BY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758952" y="457200"/>
            <a:ext cx="694944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95528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kern="0" spc="200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7955280" y="3794760"/>
            <a:ext cx="3474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7955280" y="5074920"/>
            <a:ext cx="3474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_IMAGE_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758952" y="594360"/>
            <a:ext cx="10671048" cy="3520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58952" y="4343400"/>
            <a:ext cx="1067104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kern="0" spc="200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758952" y="4709160"/>
            <a:ext cx="9601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758952" y="5394960"/>
            <a:ext cx="9601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_AL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58952" y="594360"/>
            <a:ext cx="1067104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kern="0" spc="200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758952" y="1371600"/>
            <a:ext cx="10671048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758952" y="4572000"/>
            <a:ext cx="1067104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_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58952" y="1188720"/>
            <a:ext cx="10671048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idx="102" hasCustomPrompt="1"/>
          </p:nvPr>
        </p:nvSpPr>
        <p:spPr>
          <a:xfrm>
            <a:off x="758952" y="4206240"/>
            <a:ext cx="777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1691640" y="4224528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1691640" y="4681728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TWO_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457200"/>
            <a:ext cx="10671048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58952" y="1691640"/>
            <a:ext cx="512064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309360" y="1691640"/>
            <a:ext cx="512064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HREE_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457200"/>
            <a:ext cx="10671048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58952" y="1691640"/>
            <a:ext cx="338328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4389120" y="1691640"/>
            <a:ext cx="338328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8046720" y="1691640"/>
            <a:ext cx="338328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457200"/>
            <a:ext cx="10671048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Shape 0"/>
          <p:cNvSpPr/>
          <p:nvPr/>
        </p:nvSpPr>
        <p:spPr>
          <a:xfrm>
            <a:off x="905256" y="2103120"/>
            <a:ext cx="8906256" cy="0"/>
          </a:xfrm>
          <a:prstGeom prst="line">
            <a:avLst/>
          </a:prstGeom>
          <a:noFill/>
          <a:ln w="19050">
            <a:solidFill>
              <a:srgbClr val="D8DEE5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58952" y="1956816"/>
            <a:ext cx="301752" cy="3017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58952" y="195681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547872" y="1956816"/>
            <a:ext cx="301752" cy="3017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547872" y="195681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601968" y="1956816"/>
            <a:ext cx="301752" cy="301752"/>
          </a:xfrm>
          <a:prstGeom prst="rect">
            <a:avLst/>
          </a:prstGeom>
          <a:solidFill>
            <a:srgbClr val="00B4D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01968" y="195681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665208" y="1956816"/>
            <a:ext cx="301752" cy="3017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665208" y="195681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9"/>
          <p:cNvSpPr>
            <a:spLocks noGrp="1"/>
          </p:cNvSpPr>
          <p:nvPr>
            <p:ph type="body" idx="111" hasCustomPrompt="1"/>
          </p:nvPr>
        </p:nvSpPr>
        <p:spPr>
          <a:xfrm>
            <a:off x="758952" y="2468880"/>
            <a:ext cx="246888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Text 9"/>
          <p:cNvSpPr>
            <a:spLocks noGrp="1"/>
          </p:cNvSpPr>
          <p:nvPr>
            <p:ph type="body" idx="112" hasCustomPrompt="1"/>
          </p:nvPr>
        </p:nvSpPr>
        <p:spPr>
          <a:xfrm>
            <a:off x="3547872" y="2468880"/>
            <a:ext cx="246888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9"/>
          <p:cNvSpPr>
            <a:spLocks noGrp="1"/>
          </p:cNvSpPr>
          <p:nvPr>
            <p:ph type="body" idx="113" hasCustomPrompt="1"/>
          </p:nvPr>
        </p:nvSpPr>
        <p:spPr>
          <a:xfrm>
            <a:off x="6601968" y="2468880"/>
            <a:ext cx="246888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9"/>
          <p:cNvSpPr>
            <a:spLocks noGrp="1"/>
          </p:cNvSpPr>
          <p:nvPr>
            <p:ph type="body" idx="114" hasCustomPrompt="1"/>
          </p:nvPr>
        </p:nvSpPr>
        <p:spPr>
          <a:xfrm>
            <a:off x="9665208" y="2468880"/>
            <a:ext cx="17373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VERTICAL_PROCE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457200"/>
            <a:ext cx="10671048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Shape 0"/>
          <p:cNvSpPr/>
          <p:nvPr/>
        </p:nvSpPr>
        <p:spPr>
          <a:xfrm>
            <a:off x="6096305" y="2139696"/>
            <a:ext cx="0" cy="3337560"/>
          </a:xfrm>
          <a:prstGeom prst="line">
            <a:avLst/>
          </a:prstGeom>
          <a:noFill/>
          <a:ln w="19050">
            <a:solidFill>
              <a:srgbClr val="D8DEE5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913425" y="1956816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913425" y="1956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913425" y="3008376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13425" y="3008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913425" y="4059936"/>
            <a:ext cx="365760" cy="365760"/>
          </a:xfrm>
          <a:prstGeom prst="rect">
            <a:avLst/>
          </a:prstGeom>
          <a:solidFill>
            <a:srgbClr val="00B4D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13425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913425" y="5111496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13425" y="5111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9"/>
          <p:cNvSpPr>
            <a:spLocks noGrp="1"/>
          </p:cNvSpPr>
          <p:nvPr>
            <p:ph type="body" idx="111" hasCustomPrompt="1"/>
          </p:nvPr>
        </p:nvSpPr>
        <p:spPr>
          <a:xfrm>
            <a:off x="6583680" y="1783080"/>
            <a:ext cx="4023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Text 9"/>
          <p:cNvSpPr>
            <a:spLocks noGrp="1"/>
          </p:cNvSpPr>
          <p:nvPr>
            <p:ph type="body" idx="112" hasCustomPrompt="1"/>
          </p:nvPr>
        </p:nvSpPr>
        <p:spPr>
          <a:xfrm>
            <a:off x="1097280" y="2834640"/>
            <a:ext cx="4023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4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15" name="Text 9"/>
          <p:cNvSpPr>
            <a:spLocks noGrp="1"/>
          </p:cNvSpPr>
          <p:nvPr>
            <p:ph type="body" idx="113" hasCustomPrompt="1"/>
          </p:nvPr>
        </p:nvSpPr>
        <p:spPr>
          <a:xfrm>
            <a:off x="6583680" y="3886200"/>
            <a:ext cx="4023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9"/>
          <p:cNvSpPr>
            <a:spLocks noGrp="1"/>
          </p:cNvSpPr>
          <p:nvPr>
            <p:ph type="body" idx="114" hasCustomPrompt="1"/>
          </p:nvPr>
        </p:nvSpPr>
        <p:spPr>
          <a:xfrm>
            <a:off x="1097280" y="4937760"/>
            <a:ext cx="4023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4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METRIC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457200"/>
            <a:ext cx="10671048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58952" y="1920240"/>
            <a:ext cx="25603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3520440" y="1920240"/>
            <a:ext cx="25603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758952" y="3840480"/>
            <a:ext cx="25603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7" name="Text 0"/>
          <p:cNvSpPr>
            <a:spLocks noGrp="1"/>
          </p:cNvSpPr>
          <p:nvPr>
            <p:ph type="body" idx="105" hasCustomPrompt="1"/>
          </p:nvPr>
        </p:nvSpPr>
        <p:spPr>
          <a:xfrm>
            <a:off x="3520440" y="3840480"/>
            <a:ext cx="25603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8" name="Text 0"/>
          <p:cNvSpPr>
            <a:spLocks noGrp="1"/>
          </p:cNvSpPr>
          <p:nvPr>
            <p:ph idx="106" hasCustomPrompt="1"/>
          </p:nvPr>
        </p:nvSpPr>
        <p:spPr>
          <a:xfrm>
            <a:off x="6492240" y="1920240"/>
            <a:ext cx="493776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DEM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Q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58952" y="1691640"/>
            <a:ext cx="1067104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kern="0" spc="200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758952" y="2148840"/>
            <a:ext cx="10671048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6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6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758952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THANK_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0"/>
            <a:ext cx="301752" cy="17007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58952" y="640080"/>
            <a:ext cx="1067104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kern="0" spc="200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758952" y="1051560"/>
            <a:ext cx="1067104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758952" y="224028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58952" y="1691640"/>
            <a:ext cx="10671048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EYEBROW / CATEGORY ]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58952" y="2011680"/>
            <a:ext cx="106710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[Presentation title goes here in one or two lines]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758952" y="4114800"/>
            <a:ext cx="79552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[Supporting subtitle — one sentence on the value proposition.]</a:t>
            </a:r>
            <a:endParaRPr lang="en-US" sz="1600" dirty="0"/>
          </a:p>
        </p:txBody>
      </p:sp>
      <p:sp>
        <p:nvSpPr>
          <p:cNvPr id="5" name="Text 0"/>
          <p:cNvSpPr>
            <a:spLocks noGrp="1"/>
          </p:cNvSpPr>
          <p:nvPr>
            <p:ph type="body" idx="104" hasCustomPrompt="1"/>
          </p:nvPr>
        </p:nvSpPr>
        <p:spPr>
          <a:xfrm>
            <a:off x="758952" y="5212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[Presenter name]</a:t>
            </a:r>
            <a:endParaRPr lang="en-US" sz="1400" dirty="0"/>
          </a:p>
        </p:txBody>
      </p:sp>
      <p:sp>
        <p:nvSpPr>
          <p:cNvPr id="6" name="Text 0"/>
          <p:cNvSpPr>
            <a:spLocks noGrp="1"/>
          </p:cNvSpPr>
          <p:nvPr>
            <p:ph idx="105" hasCustomPrompt="1"/>
          </p:nvPr>
        </p:nvSpPr>
        <p:spPr>
          <a:xfrm>
            <a:off x="4023360" y="5212080"/>
            <a:ext cx="23774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457200"/>
            <a:ext cx="106710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we'll cover today]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758952" y="1737360"/>
            <a:ext cx="1067104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[Agenda item one]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[Agenda item two]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[Agenda item three]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[Agenda item four]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58952" y="1097280"/>
            <a:ext cx="1067104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5200" b="1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5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2880360"/>
            <a:ext cx="106710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[Section title]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58952" y="4389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[One line framing what this section is about and why it matters.]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58952" y="640080"/>
            <a:ext cx="10671048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EYEBROW / OPTIONAL ]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58952" y="1051560"/>
            <a:ext cx="106710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[Slide title]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758952" y="22402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[Optional subtitle — the rest of the slide is open for any content you add.]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45720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[Headline for this content slide]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758952" y="1783080"/>
            <a:ext cx="6309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[Lead paragraph. Use this layout when the argument needs prose — context, a claim, the reasoning behind it.]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[Supporting point one]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[Supporting point two]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[Supporting point three]</a:t>
            </a:r>
            <a:endParaRPr lang="en-US" sz="1600" dirty="0"/>
          </a:p>
        </p:txBody>
      </p:sp>
      <p:sp>
        <p:nvSpPr>
          <p:cNvPr id="4" name="Text 0"/>
          <p:cNvSpPr>
            <a:spLocks noGrp="1"/>
          </p:cNvSpPr>
          <p:nvPr>
            <p:ph idx="103" hasCustomPrompt="1"/>
          </p:nvPr>
        </p:nvSpPr>
        <p:spPr>
          <a:xfrm>
            <a:off x="7315200" y="868680"/>
            <a:ext cx="4114800" cy="44805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2" hasCustomPrompt="1"/>
          </p:nvPr>
        </p:nvSpPr>
        <p:spPr>
          <a:xfrm>
            <a:off x="795528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EYEBROW ]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7955280" y="37947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 short caption or framing statement that explains what the image shows and why it's here.]</a:t>
            </a:r>
            <a:endParaRPr lang="en-US" sz="1600" dirty="0"/>
          </a:p>
        </p:txBody>
      </p:sp>
      <p:sp>
        <p:nvSpPr>
          <p:cNvPr id="4" name="Text 0"/>
          <p:cNvSpPr>
            <a:spLocks noGrp="1"/>
          </p:cNvSpPr>
          <p:nvPr>
            <p:ph type="body" idx="104" hasCustomPrompt="1"/>
          </p:nvPr>
        </p:nvSpPr>
        <p:spPr>
          <a:xfrm>
            <a:off x="7955280" y="5074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[Source / credit]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[Photographer · Location · 2026]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idx="101" hasCustomPrompt="1"/>
          </p:nvPr>
        </p:nvSpPr>
        <p:spPr>
          <a:xfrm>
            <a:off x="758952" y="457200"/>
            <a:ext cx="6949440" cy="457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2" hasCustomPrompt="1"/>
          </p:nvPr>
        </p:nvSpPr>
        <p:spPr>
          <a:xfrm>
            <a:off x="758952" y="4343400"/>
            <a:ext cx="10671048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EYEBROW ]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758952" y="47091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 caption describing the image — what it shows and why it matters to the story.]</a:t>
            </a:r>
            <a:endParaRPr lang="en-US" sz="1600" dirty="0"/>
          </a:p>
        </p:txBody>
      </p:sp>
      <p:sp>
        <p:nvSpPr>
          <p:cNvPr id="4" name="Text 0"/>
          <p:cNvSpPr>
            <a:spLocks noGrp="1"/>
          </p:cNvSpPr>
          <p:nvPr>
            <p:ph type="body" idx="104" hasCustomPrompt="1"/>
          </p:nvPr>
        </p:nvSpPr>
        <p:spPr>
          <a:xfrm>
            <a:off x="758952" y="5394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[Source / credit] · [Photographer · Location · 2026]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idx="101" hasCustomPrompt="1"/>
          </p:nvPr>
        </p:nvSpPr>
        <p:spPr>
          <a:xfrm>
            <a:off x="758952" y="594360"/>
            <a:ext cx="10671048" cy="35204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58952" y="594360"/>
            <a:ext cx="10671048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EYEBROW ]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58952" y="1371600"/>
            <a:ext cx="1067104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 single strong statement carries this slide. Keep the most important idea front and center.]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758952" y="4572000"/>
            <a:ext cx="106710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[Supporting detail or proof point for the statement above.]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58952" y="1188720"/>
            <a:ext cx="1067104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“[A customer quote or testimonial goes here. Keep it to one or two sentences.]”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1691640" y="42245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[Full name]</a:t>
            </a:r>
            <a:endParaRPr lang="en-US" sz="1600" dirty="0"/>
          </a:p>
        </p:txBody>
      </p:sp>
      <p:sp>
        <p:nvSpPr>
          <p:cNvPr id="4" name="Text 0"/>
          <p:cNvSpPr>
            <a:spLocks noGrp="1"/>
          </p:cNvSpPr>
          <p:nvPr>
            <p:ph type="body" idx="104" hasCustomPrompt="1"/>
          </p:nvPr>
        </p:nvSpPr>
        <p:spPr>
          <a:xfrm>
            <a:off x="1691640" y="46817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[Role · Company]</a:t>
            </a:r>
            <a:endParaRPr lang="en-US" sz="1300" dirty="0"/>
          </a:p>
        </p:txBody>
      </p:sp>
      <p:sp>
        <p:nvSpPr>
          <p:cNvPr id="5" name="Text 0"/>
          <p:cNvSpPr>
            <a:spLocks noGrp="1"/>
          </p:cNvSpPr>
          <p:nvPr>
            <p:ph idx="102" hasCustomPrompt="1"/>
          </p:nvPr>
        </p:nvSpPr>
        <p:spPr>
          <a:xfrm>
            <a:off x="758952" y="4206240"/>
            <a:ext cx="777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457200"/>
            <a:ext cx="10671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[Two-column comparison or detail]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758952" y="16916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[Left heading]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[Point]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[Point]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[Point]</a:t>
            </a:r>
            <a:endParaRPr lang="en-US" sz="1600" dirty="0"/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6309360" y="16916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[Right heading]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[Point]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[Point]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[Point]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457200"/>
            <a:ext cx="10671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[Compare three options]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758952" y="169164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[Plan name]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[Feature]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[Feature]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[Feature]</a:t>
            </a:r>
            <a:endParaRPr lang="en-US" sz="1500" dirty="0"/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4389120" y="169164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[Plan name]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[Feature]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[Feature]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[Feature]</a:t>
            </a:r>
            <a:endParaRPr lang="en-US" sz="1500" dirty="0"/>
          </a:p>
        </p:txBody>
      </p:sp>
      <p:sp>
        <p:nvSpPr>
          <p:cNvPr id="5" name="Text 0"/>
          <p:cNvSpPr>
            <a:spLocks noGrp="1"/>
          </p:cNvSpPr>
          <p:nvPr>
            <p:ph type="body" idx="104" hasCustomPrompt="1"/>
          </p:nvPr>
        </p:nvSpPr>
        <p:spPr>
          <a:xfrm>
            <a:off x="8046720" y="169164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[Plan name]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[Feature]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[Feature]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[Feature]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457200"/>
            <a:ext cx="10671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[How the process works]</a:t>
            </a:r>
            <a:endParaRPr lang="en-US" sz="3000" dirty="0"/>
          </a:p>
        </p:txBody>
      </p:sp>
      <p:sp>
        <p:nvSpPr>
          <p:cNvPr id="3" name="Text 9"/>
          <p:cNvSpPr>
            <a:spLocks noGrp="1"/>
          </p:cNvSpPr>
          <p:nvPr>
            <p:ph type="body" idx="111" hasCustomPrompt="1"/>
          </p:nvPr>
        </p:nvSpPr>
        <p:spPr>
          <a:xfrm>
            <a:off x="758952" y="24688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ONE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 title]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happens in this step.]</a:t>
            </a:r>
            <a:endParaRPr lang="en-US" sz="1400" dirty="0"/>
          </a:p>
        </p:txBody>
      </p:sp>
      <p:sp>
        <p:nvSpPr>
          <p:cNvPr id="4" name="Text 9"/>
          <p:cNvSpPr>
            <a:spLocks noGrp="1"/>
          </p:cNvSpPr>
          <p:nvPr>
            <p:ph type="body" idx="112" hasCustomPrompt="1"/>
          </p:nvPr>
        </p:nvSpPr>
        <p:spPr>
          <a:xfrm>
            <a:off x="3547872" y="24688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TWO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 title]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happens in this step.]</a:t>
            </a:r>
            <a:endParaRPr lang="en-US" sz="1400" dirty="0"/>
          </a:p>
        </p:txBody>
      </p:sp>
      <p:sp>
        <p:nvSpPr>
          <p:cNvPr id="5" name="Text 9"/>
          <p:cNvSpPr>
            <a:spLocks noGrp="1"/>
          </p:cNvSpPr>
          <p:nvPr>
            <p:ph type="body" idx="113" hasCustomPrompt="1"/>
          </p:nvPr>
        </p:nvSpPr>
        <p:spPr>
          <a:xfrm>
            <a:off x="6601968" y="24688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THREE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 title]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happens in this step.]</a:t>
            </a:r>
            <a:endParaRPr lang="en-US" sz="1400" dirty="0"/>
          </a:p>
        </p:txBody>
      </p:sp>
      <p:sp>
        <p:nvSpPr>
          <p:cNvPr id="6" name="Text 9"/>
          <p:cNvSpPr>
            <a:spLocks noGrp="1"/>
          </p:cNvSpPr>
          <p:nvPr>
            <p:ph type="body" idx="114" hasCustomPrompt="1"/>
          </p:nvPr>
        </p:nvSpPr>
        <p:spPr>
          <a:xfrm>
            <a:off x="9665208" y="246888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FOUR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 title]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happens in this step.]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457200"/>
            <a:ext cx="10671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 step-by-step process]</a:t>
            </a:r>
            <a:endParaRPr lang="en-US" sz="3000" dirty="0"/>
          </a:p>
        </p:txBody>
      </p:sp>
      <p:sp>
        <p:nvSpPr>
          <p:cNvPr id="3" name="Text 9"/>
          <p:cNvSpPr>
            <a:spLocks noGrp="1"/>
          </p:cNvSpPr>
          <p:nvPr>
            <p:ph type="body" idx="111" hasCustomPrompt="1"/>
          </p:nvPr>
        </p:nvSpPr>
        <p:spPr>
          <a:xfrm>
            <a:off x="6583680" y="17830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ONE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 title]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happens in this step of the process.]</a:t>
            </a:r>
            <a:endParaRPr lang="en-US" sz="1400" dirty="0"/>
          </a:p>
        </p:txBody>
      </p:sp>
      <p:sp>
        <p:nvSpPr>
          <p:cNvPr id="4" name="Text 9"/>
          <p:cNvSpPr>
            <a:spLocks noGrp="1"/>
          </p:cNvSpPr>
          <p:nvPr>
            <p:ph type="body" idx="112" hasCustomPrompt="1"/>
          </p:nvPr>
        </p:nvSpPr>
        <p:spPr>
          <a:xfrm>
            <a:off x="1097280" y="2834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TWO</a:t>
            </a:r>
            <a:endParaRPr lang="en-US" sz="1400" dirty="0"/>
          </a:p>
          <a:p>
            <a:pPr marL="0" indent="0"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 title]</a:t>
            </a:r>
            <a:endParaRPr lang="en-US" sz="14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happens in this step of the process.]</a:t>
            </a:r>
            <a:endParaRPr lang="en-US" sz="1400" dirty="0"/>
          </a:p>
        </p:txBody>
      </p:sp>
      <p:sp>
        <p:nvSpPr>
          <p:cNvPr id="5" name="Text 9"/>
          <p:cNvSpPr>
            <a:spLocks noGrp="1"/>
          </p:cNvSpPr>
          <p:nvPr>
            <p:ph type="body" idx="113" hasCustomPrompt="1"/>
          </p:nvPr>
        </p:nvSpPr>
        <p:spPr>
          <a:xfrm>
            <a:off x="6583680" y="388620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THREE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 title]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happens in this step of the process.]</a:t>
            </a:r>
            <a:endParaRPr lang="en-US" sz="1400" dirty="0"/>
          </a:p>
        </p:txBody>
      </p:sp>
      <p:sp>
        <p:nvSpPr>
          <p:cNvPr id="6" name="Text 9"/>
          <p:cNvSpPr>
            <a:spLocks noGrp="1"/>
          </p:cNvSpPr>
          <p:nvPr>
            <p:ph type="body" idx="114" hasCustomPrompt="1"/>
          </p:nvPr>
        </p:nvSpPr>
        <p:spPr>
          <a:xfrm>
            <a:off x="1097280" y="493776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FOUR</a:t>
            </a:r>
            <a:endParaRPr lang="en-US" sz="1400" dirty="0"/>
          </a:p>
          <a:p>
            <a:pPr marL="0" indent="0"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[Step title]</a:t>
            </a:r>
            <a:endParaRPr lang="en-US" sz="14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[What happens in this step of the process.]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58952" y="457200"/>
            <a:ext cx="106710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[The numbers that matter]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758952" y="192024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128k</a:t>
            </a:r>
            <a:endParaRPr lang="en-US" sz="3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label]</a:t>
            </a:r>
            <a:endParaRPr lang="en-US" sz="3400" dirty="0"/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3520440" y="192024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99.9%</a:t>
            </a:r>
            <a:endParaRPr lang="en-US" sz="3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label]</a:t>
            </a:r>
            <a:endParaRPr lang="en-US" sz="3400" dirty="0"/>
          </a:p>
        </p:txBody>
      </p:sp>
      <p:sp>
        <p:nvSpPr>
          <p:cNvPr id="5" name="Text 0"/>
          <p:cNvSpPr>
            <a:spLocks noGrp="1"/>
          </p:cNvSpPr>
          <p:nvPr>
            <p:ph type="body" idx="104" hasCustomPrompt="1"/>
          </p:nvPr>
        </p:nvSpPr>
        <p:spPr>
          <a:xfrm>
            <a:off x="758952" y="384048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48s</a:t>
            </a:r>
            <a:endParaRPr lang="en-US" sz="3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label]</a:t>
            </a:r>
            <a:endParaRPr lang="en-US" sz="3400" dirty="0"/>
          </a:p>
        </p:txBody>
      </p:sp>
      <p:sp>
        <p:nvSpPr>
          <p:cNvPr id="6" name="Text 0"/>
          <p:cNvSpPr>
            <a:spLocks noGrp="1"/>
          </p:cNvSpPr>
          <p:nvPr>
            <p:ph type="body" idx="105" hasCustomPrompt="1"/>
          </p:nvPr>
        </p:nvSpPr>
        <p:spPr>
          <a:xfrm>
            <a:off x="3520440" y="384048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3.2×</a:t>
            </a:r>
            <a:endParaRPr lang="en-US" sz="3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[Metric label]</a:t>
            </a:r>
            <a:endParaRPr lang="en-US" sz="3400" dirty="0"/>
          </a:p>
        </p:txBody>
      </p:sp>
      <p:sp>
        <p:nvSpPr>
          <p:cNvPr id="7" name="Text 0"/>
          <p:cNvSpPr>
            <a:spLocks noGrp="1"/>
          </p:cNvSpPr>
          <p:nvPr>
            <p:ph idx="106" hasCustomPrompt="1"/>
          </p:nvPr>
        </p:nvSpPr>
        <p:spPr>
          <a:xfrm>
            <a:off x="6492240" y="1920240"/>
            <a:ext cx="4937760" cy="3657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0200" y="502920"/>
            <a:ext cx="8961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612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&gt;_</a:t>
            </a:r>
            <a:r>
              <a:rPr lang="en-US" sz="1600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SQL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1051560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</a:t>
            </a:r>
            <a:r>
              <a:rPr lang="en-US" sz="1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stage, what_to_watch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</a:t>
            </a:r>
            <a:r>
              <a:rPr lang="en-US" sz="1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</a:t>
            </a: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vd_intent_run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 </a:t>
            </a:r>
            <a:r>
              <a:rPr lang="en-US" sz="1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</a:t>
            </a: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audience_understands_category = </a:t>
            </a:r>
            <a:r>
              <a:rPr lang="en-US" sz="1300" dirty="0">
                <a:solidFill>
                  <a:srgbClr val="0A9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 </a:t>
            </a:r>
            <a:r>
              <a:rPr lang="en-US" sz="1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</a:t>
            </a: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audience_understands_approach = </a:t>
            </a:r>
            <a:r>
              <a:rPr lang="en-US" sz="1300" dirty="0">
                <a:solidFill>
                  <a:srgbClr val="0A9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 </a:t>
            </a:r>
            <a:r>
              <a:rPr lang="en-US" sz="1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BY</a:t>
            </a: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stage;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You've seen the need and our approach. </a:t>
            </a:r>
            <a:r>
              <a:rPr lang="en-US" sz="1400" b="1" dirty="0">
                <a:solidFill>
                  <a:srgbClr val="0A9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let's show you.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00200" y="315468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00200" y="3611880"/>
          <a:ext cx="8961120" cy="233172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3045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3045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(demo path)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3045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WHAT_TO_WATCH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3045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(what we'll demonstrate)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3045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01   Build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C5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intent becomes a tested pipeline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3045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02   Verify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C5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real-data checks run in isolation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3045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03   Deploy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C5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gates control the handoff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3045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04   Operate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C5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same intent carries forward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758952" y="1691640"/>
            <a:ext cx="10671048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DISCUSSION ]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758952" y="2148840"/>
            <a:ext cx="106710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30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758952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[you@acceleratedata.ai]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0200" y="411480"/>
            <a:ext cx="89611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521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&gt;_</a:t>
            </a:r>
            <a:r>
              <a:rPr lang="en-US" sz="1600" dirty="0">
                <a:solidFill>
                  <a:srgbClr val="0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SQL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960120"/>
            <a:ext cx="84124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</a:t>
            </a:r>
            <a:r>
              <a:rPr lang="en-US" sz="1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ad_message, vd_next_step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</a:t>
            </a:r>
            <a:r>
              <a:rPr lang="en-US" sz="1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</a:t>
            </a: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vd_closing_notes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 </a:t>
            </a:r>
            <a:r>
              <a:rPr lang="en-US" sz="1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</a:t>
            </a: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vd_session_id = </a:t>
            </a: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:session_id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 </a:t>
            </a:r>
            <a:r>
              <a:rPr lang="en-US" sz="1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</a:t>
            </a: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vd_audience_curious = </a:t>
            </a:r>
            <a:r>
              <a:rPr lang="en-US" sz="1300" dirty="0">
                <a:solidFill>
                  <a:srgbClr val="0A9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 </a:t>
            </a:r>
            <a:r>
              <a:rPr lang="en-US" sz="1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</a:t>
            </a: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vd_status = </a:t>
            </a:r>
            <a:r>
              <a:rPr lang="en-US" sz="1300" dirty="0">
                <a:solidFill>
                  <a:srgbClr val="0A9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'complete'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 </a:t>
            </a:r>
            <a:r>
              <a:rPr lang="en-US" sz="1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BY</a:t>
            </a: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vd_created_at </a:t>
            </a:r>
            <a:r>
              <a:rPr lang="en-US" sz="1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 </a:t>
            </a:r>
            <a:r>
              <a:rPr lang="en-US" sz="1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</a:t>
            </a:r>
            <a:r>
              <a:rPr lang="en-US" sz="1300" dirty="0">
                <a:solidFill>
                  <a:srgbClr val="0A9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1</a:t>
            </a:r>
            <a:r>
              <a:rPr lang="en-US" sz="13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31546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the closing message and next step for an engaged, curious audience.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00200" y="35661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00200" y="3931920"/>
          <a:ext cx="8961120" cy="169164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3045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AD_MESSAGE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3045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(what we want you to take away)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3045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VD_NEXT_STEP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3045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(what happens next)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400" b="1" dirty="0">
                          <a:solidFill>
                            <a:srgbClr val="03045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thank you.</a:t>
                      </a:r>
                      <a:endParaRPr lang="en-US" sz="3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400" b="1" dirty="0">
                          <a:solidFill>
                            <a:srgbClr val="0A9B6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Questions?</a:t>
                      </a:r>
                      <a:endParaRPr lang="en-US" sz="3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751</Words>
  <Application>Microsoft Macintosh PowerPoint</Application>
  <PresentationFormat>Widescreen</PresentationFormat>
  <Paragraphs>163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Aptos</vt:lpstr>
      <vt:lpstr>Arial</vt:lpstr>
      <vt:lpstr>Office Theme</vt:lpstr>
      <vt:lpstr>[Presentation title goes here in one or two lines]</vt:lpstr>
      <vt:lpstr>[What we'll cover today]</vt:lpstr>
      <vt:lpstr>[Section title]</vt:lpstr>
      <vt:lpstr>[Slide title]</vt:lpstr>
      <vt:lpstr>[Headline for this content slide]</vt:lpstr>
      <vt:lpstr>PowerPoint Presentation</vt:lpstr>
      <vt:lpstr>PowerPoint Presentation</vt:lpstr>
      <vt:lpstr>[A single strong statement carries this slide. Keep the most important idea front and center.]</vt:lpstr>
      <vt:lpstr>PowerPoint Presentation</vt:lpstr>
      <vt:lpstr>[Two-column comparison or detail]</vt:lpstr>
      <vt:lpstr>[Compare three options]</vt:lpstr>
      <vt:lpstr>[How the process works]</vt:lpstr>
      <vt:lpstr>[A step-by-step process]</vt:lpstr>
      <vt:lpstr>[The numbers that matter]</vt:lpstr>
      <vt:lpstr>PowerPoint Presentation</vt:lpstr>
      <vt:lpstr>Questions?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Shwetank Sheel</cp:lastModifiedBy>
  <cp:revision>2</cp:revision>
  <dcterms:created xsi:type="dcterms:W3CDTF">2026-06-25T10:25:39Z</dcterms:created>
  <dcterms:modified xsi:type="dcterms:W3CDTF">2026-06-25T11:11:56Z</dcterms:modified>
</cp:coreProperties>
</file>